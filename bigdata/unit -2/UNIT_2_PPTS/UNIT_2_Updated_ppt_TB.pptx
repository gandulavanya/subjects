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72" r:id="rId2"/>
    <p:sldId id="260" r:id="rId3"/>
    <p:sldId id="256" r:id="rId4"/>
    <p:sldId id="257" r:id="rId5"/>
    <p:sldId id="258" r:id="rId6"/>
    <p:sldId id="259" r:id="rId7"/>
    <p:sldId id="271" r:id="rId8"/>
    <p:sldId id="270" r:id="rId9"/>
    <p:sldId id="269" r:id="rId10"/>
    <p:sldId id="263" r:id="rId11"/>
    <p:sldId id="261" r:id="rId12"/>
    <p:sldId id="264" r:id="rId13"/>
    <p:sldId id="265" r:id="rId14"/>
    <p:sldId id="268" r:id="rId15"/>
    <p:sldId id="267" r:id="rId16"/>
    <p:sldId id="262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the data with Hadoop -  Map Reduce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09800"/>
            <a:ext cx="8229600" cy="158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600200" y="4876800"/>
            <a:ext cx="5724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Map Reduce Logical Data Flow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Data Flow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File Read Operations</a:t>
            </a:r>
          </a:p>
          <a:p>
            <a:pPr marL="514350" indent="-514350">
              <a:buAutoNum type="arabicPeriod"/>
            </a:pPr>
            <a:r>
              <a:rPr lang="en-US" dirty="0" smtClean="0"/>
              <a:t>File Write Operations</a:t>
            </a:r>
          </a:p>
          <a:p>
            <a:pPr marL="514350" indent="-514350">
              <a:buAutoNum type="arabicPeriod"/>
            </a:pPr>
            <a:r>
              <a:rPr lang="en-US" dirty="0" smtClean="0"/>
              <a:t>Coherency Model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Read Operations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read_ope.PNG"/>
          <p:cNvPicPr>
            <a:picLocks noGrp="1" noChangeAspect="1"/>
          </p:cNvPicPr>
          <p:nvPr>
            <p:ph idx="1"/>
          </p:nvPr>
        </p:nvPicPr>
        <p:blipFill>
          <a:blip r:embed="rId2"/>
          <a:srcRect t="24481" r="-756" b="316"/>
          <a:stretch>
            <a:fillRect/>
          </a:stretch>
        </p:blipFill>
        <p:spPr>
          <a:xfrm>
            <a:off x="304799" y="2286000"/>
            <a:ext cx="8599055" cy="28956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Read Operations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read_operation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64" y="2209800"/>
            <a:ext cx="8938436" cy="39624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Write Operations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write_ope.PNG"/>
          <p:cNvPicPr>
            <a:picLocks noGrp="1" noChangeAspect="1"/>
          </p:cNvPicPr>
          <p:nvPr>
            <p:ph idx="1"/>
          </p:nvPr>
        </p:nvPicPr>
        <p:blipFill>
          <a:blip r:embed="rId2"/>
          <a:srcRect t="25668" r="1107"/>
          <a:stretch>
            <a:fillRect/>
          </a:stretch>
        </p:blipFill>
        <p:spPr>
          <a:xfrm>
            <a:off x="44691" y="2819400"/>
            <a:ext cx="9099309" cy="33528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Write Operations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write_ope2.PNG"/>
          <p:cNvPicPr>
            <a:picLocks noGrp="1" noChangeAspect="1"/>
          </p:cNvPicPr>
          <p:nvPr>
            <p:ph idx="1"/>
          </p:nvPr>
        </p:nvPicPr>
        <p:blipFill>
          <a:blip r:embed="rId2"/>
          <a:srcRect l="9079" t="24021" r="8302"/>
          <a:stretch>
            <a:fillRect/>
          </a:stretch>
        </p:blipFill>
        <p:spPr>
          <a:xfrm>
            <a:off x="0" y="2057400"/>
            <a:ext cx="8794595" cy="39624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Replica Pipeline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84813" y="1935163"/>
            <a:ext cx="3974374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Coherency Model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Write-once-read-many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access model for files.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means that once a file is created, written, and closed, it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Cannot Be Changed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will simplifies data coherency issues and enables high throughput data access.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write-once-read-many coherency model is 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Good Fit For Many Big Data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such as batch processing and analytics.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However, it is not a good fit for applications that require append writes or real-time updates to files.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Parallel Copying with distcp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Keeping an HDFS cluster Balanced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Interfaces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 </a:t>
            </a:r>
          </a:p>
          <a:p>
            <a:pPr marL="880110" lvl="1" indent="-51435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Direct Access</a:t>
            </a:r>
          </a:p>
          <a:p>
            <a:pPr marL="880110" lvl="1" indent="-51435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HDFS Proxies</a:t>
            </a:r>
          </a:p>
          <a:p>
            <a:pPr marL="880110" lvl="1" indent="-51435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 Library –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libhdfs</a:t>
            </a:r>
          </a:p>
          <a:p>
            <a:pPr marL="514350" indent="-514350"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NFS</a:t>
            </a:r>
          </a:p>
          <a:p>
            <a:pPr marL="514350" indent="-514350">
              <a:buAutoNum type="arabicPeriod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FUSE – Filesystem in Userspace</a:t>
            </a:r>
          </a:p>
          <a:p>
            <a:pPr marL="880110" lvl="1" indent="-51435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80110" lvl="1" indent="-514350">
              <a:buAutoNum type="arabicPeriod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540075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410200" y="2743200"/>
            <a:ext cx="3048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Accessing HDFS over HTTP directly and via a bank of HDFS proxies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Compression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1_compression_formats.PNG"/>
          <p:cNvPicPr>
            <a:picLocks noGrp="1" noChangeAspect="1"/>
          </p:cNvPicPr>
          <p:nvPr>
            <p:ph idx="1"/>
          </p:nvPr>
        </p:nvPicPr>
        <p:blipFill>
          <a:blip r:embed="rId2"/>
          <a:srcRect l="2970" t="6708" r="12871" b="2738"/>
          <a:stretch>
            <a:fillRect/>
          </a:stretch>
        </p:blipFill>
        <p:spPr>
          <a:xfrm>
            <a:off x="381000" y="1524000"/>
            <a:ext cx="6477000" cy="2057400"/>
          </a:xfrm>
        </p:spPr>
      </p:pic>
      <p:sp>
        <p:nvSpPr>
          <p:cNvPr id="5" name="TextBox 4"/>
          <p:cNvSpPr txBox="1"/>
          <p:nvPr/>
        </p:nvSpPr>
        <p:spPr>
          <a:xfrm>
            <a:off x="6934200" y="2514600"/>
            <a:ext cx="198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Compression Formats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2_compression_codecs.PNG"/>
          <p:cNvPicPr>
            <a:picLocks noChangeAspect="1"/>
          </p:cNvPicPr>
          <p:nvPr/>
        </p:nvPicPr>
        <p:blipFill>
          <a:blip r:embed="rId3"/>
          <a:srcRect l="1031" t="6638" r="22680" b="7072"/>
          <a:stretch>
            <a:fillRect/>
          </a:stretch>
        </p:blipFill>
        <p:spPr>
          <a:xfrm>
            <a:off x="304800" y="3962400"/>
            <a:ext cx="6506308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724400"/>
            <a:ext cx="205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Compression Codecs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_compression_library_implementation.PNG"/>
          <p:cNvPicPr>
            <a:picLocks noGrp="1" noChangeAspect="1"/>
          </p:cNvPicPr>
          <p:nvPr>
            <p:ph idx="1"/>
          </p:nvPr>
        </p:nvPicPr>
        <p:blipFill>
          <a:blip r:embed="rId2"/>
          <a:srcRect r="4287" b="6319"/>
          <a:stretch>
            <a:fillRect/>
          </a:stretch>
        </p:blipFill>
        <p:spPr>
          <a:xfrm>
            <a:off x="304799" y="1219200"/>
            <a:ext cx="5087815" cy="2362200"/>
          </a:xfrm>
        </p:spPr>
      </p:pic>
      <p:sp>
        <p:nvSpPr>
          <p:cNvPr id="5" name="TextBox 4"/>
          <p:cNvSpPr txBox="1"/>
          <p:nvPr/>
        </p:nvSpPr>
        <p:spPr>
          <a:xfrm>
            <a:off x="5486400" y="1676400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Compression Library Implementation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4_compression_codecs_properties.PNG"/>
          <p:cNvPicPr>
            <a:picLocks noChangeAspect="1"/>
          </p:cNvPicPr>
          <p:nvPr/>
        </p:nvPicPr>
        <p:blipFill>
          <a:blip r:embed="rId3"/>
          <a:srcRect r="3282" b="11765"/>
          <a:stretch>
            <a:fillRect/>
          </a:stretch>
        </p:blipFill>
        <p:spPr>
          <a:xfrm>
            <a:off x="381000" y="4038600"/>
            <a:ext cx="8636000" cy="129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638800"/>
            <a:ext cx="4362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Compression Codecs Properties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5_MapReduce_compression_properties.PNG"/>
          <p:cNvPicPr>
            <a:picLocks noGrp="1" noChangeAspect="1"/>
          </p:cNvPicPr>
          <p:nvPr>
            <p:ph idx="1"/>
          </p:nvPr>
        </p:nvPicPr>
        <p:blipFill>
          <a:blip r:embed="rId2"/>
          <a:srcRect r="676" b="5405"/>
          <a:stretch>
            <a:fillRect/>
          </a:stretch>
        </p:blipFill>
        <p:spPr>
          <a:xfrm>
            <a:off x="0" y="1066800"/>
            <a:ext cx="6705600" cy="2794000"/>
          </a:xfrm>
        </p:spPr>
      </p:pic>
      <p:sp>
        <p:nvSpPr>
          <p:cNvPr id="5" name="TextBox 4"/>
          <p:cNvSpPr txBox="1"/>
          <p:nvPr/>
        </p:nvSpPr>
        <p:spPr>
          <a:xfrm>
            <a:off x="7086600" y="1600200"/>
            <a:ext cx="18287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 Reduce Compression Properties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6_Map_Output_compression_prope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114800"/>
            <a:ext cx="847674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6096000"/>
            <a:ext cx="5072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 Output Compression Properties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I/O - Serialization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51816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Writable classes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serialization are those that implement the Writable interface.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interface defines two methods: </a:t>
            </a:r>
          </a:p>
          <a:p>
            <a:pPr marL="822960" lvl="1" indent="-457200">
              <a:buAutoNum type="arabicPeriod"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write</a:t>
            </a: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endParaRPr lang="en-US" sz="1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22960" lvl="1" indent="-457200">
              <a:buAutoNum type="arabicPeriod"/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readFields</a:t>
            </a: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(). </a:t>
            </a:r>
          </a:p>
          <a:p>
            <a:pPr>
              <a:buNone/>
            </a:pPr>
            <a:endPara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write()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method is used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Serialize The Object To A Dataoutput Stream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readFields(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method is used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deserialize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object from a DataInput stream.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/>
              <a:t>Writable classes are used in a variety of serialization frameworks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6388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Writable Interface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Writable Classes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Writable wrappers in java primitives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</a:t>
            </a:r>
          </a:p>
          <a:p>
            <a:pPr marL="1703070" lvl="4" indent="-5143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Indexing</a:t>
            </a:r>
          </a:p>
          <a:p>
            <a:pPr marL="1703070" lvl="4" indent="-5143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Unicode</a:t>
            </a:r>
          </a:p>
          <a:p>
            <a:pPr marL="1703070" lvl="4" indent="-5143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Iteration</a:t>
            </a:r>
          </a:p>
          <a:p>
            <a:pPr marL="1703070" lvl="4" indent="-514350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Resorting to string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Bytes Writable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Null writable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 writable &amp; generic writable</a:t>
            </a:r>
          </a:p>
          <a:p>
            <a:pPr marL="1428750" lvl="3" indent="-51435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Writable collections</a:t>
            </a:r>
          </a:p>
          <a:p>
            <a:pPr marL="1428750" lvl="3" indent="-514350"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US" sz="1800" dirty="0" smtClean="0"/>
              <a:t>Implementing a Custom Writable</a:t>
            </a:r>
          </a:p>
          <a:p>
            <a:pPr marL="514350" indent="-514350">
              <a:buAutoNum type="arabicPeriod"/>
            </a:pPr>
            <a:r>
              <a:rPr lang="en-US" sz="1800" dirty="0" smtClean="0"/>
              <a:t>Serialization Frameworks</a:t>
            </a:r>
          </a:p>
          <a:p>
            <a:pPr lvl="1">
              <a:buFont typeface="Wingdings" pitchFamily="2" charset="2"/>
              <a:buChar char="ü"/>
            </a:pPr>
            <a:r>
              <a:rPr lang="en-US" sz="1600" dirty="0" smtClean="0"/>
              <a:t>Serialization IDE</a:t>
            </a:r>
            <a:r>
              <a:rPr lang="en-US" sz="1800" dirty="0" smtClean="0"/>
              <a:t>	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703070" lvl="4" indent="-514350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0971"/>
            <a:ext cx="4800600" cy="6837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29200" y="5562600"/>
            <a:ext cx="3555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Writable Class Hierarchy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Writable Wrapper class for java primitives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7_writable_wrapper_classes_for_java_primitiv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09800"/>
            <a:ext cx="5859927" cy="40386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168</TotalTime>
  <Words>298</Words>
  <Application>Microsoft Office PowerPoint</Application>
  <PresentationFormat>On-screen Show (4:3)</PresentationFormat>
  <Paragraphs>65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Analyzing the data with Hadoop -  Map Reduce</vt:lpstr>
      <vt:lpstr>HDFS – Data Flow</vt:lpstr>
      <vt:lpstr>HDFS – Read Operations</vt:lpstr>
      <vt:lpstr>HDFS – Read Operations</vt:lpstr>
      <vt:lpstr>HDFS – Write Operations</vt:lpstr>
      <vt:lpstr>HDFS – Write Operations</vt:lpstr>
      <vt:lpstr>Replica Pipeline</vt:lpstr>
      <vt:lpstr>Coherency Model</vt:lpstr>
      <vt:lpstr>HDFS - Interfaces</vt:lpstr>
      <vt:lpstr>Slide 10</vt:lpstr>
      <vt:lpstr>Hadoop I/O - Compression</vt:lpstr>
      <vt:lpstr>Slide 12</vt:lpstr>
      <vt:lpstr>Slide 13</vt:lpstr>
      <vt:lpstr>Hadoop I/O - Serialization</vt:lpstr>
      <vt:lpstr>Slide 15</vt:lpstr>
      <vt:lpstr>Slide 16</vt:lpstr>
      <vt:lpstr>Writable Wrapper class for java primitives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HDFS – Read Operations</dc:title>
  <dc:creator>Yes</dc:creator>
  <cp:lastModifiedBy>Windows User</cp:lastModifiedBy>
  <cp:revision>37</cp:revision>
  <dcterms:created xsi:type="dcterms:W3CDTF">2006-08-16T00:00:00Z</dcterms:created>
  <dcterms:modified xsi:type="dcterms:W3CDTF">2023-10-09T01:28:40Z</dcterms:modified>
</cp:coreProperties>
</file>