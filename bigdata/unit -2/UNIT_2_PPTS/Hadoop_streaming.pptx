
<file path=[Content_Types].xml><?xml version="1.0" encoding="utf-8"?>
<Types xmlns="http://schemas.openxmlformats.org/package/2006/content-types">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9/5/2023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9/5/2023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9/5/2023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9/5/2023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Hadoop Streaming</a:t>
            </a:r>
            <a:br>
              <a:rPr lang="en-US" sz="3600" b="1" dirty="0" smtClean="0">
                <a:solidFill>
                  <a:srgbClr val="FF0000"/>
                </a:solidFill>
                <a:latin typeface="Times New Roman" pitchFamily="18" charset="0"/>
                <a:cs typeface="Times New Roman" pitchFamily="18" charset="0"/>
              </a:rPr>
            </a:b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000" dirty="0" smtClean="0">
                <a:latin typeface="Times New Roman" pitchFamily="18" charset="0"/>
                <a:cs typeface="Times New Roman" pitchFamily="18" charset="0"/>
              </a:rPr>
              <a:t>It is a utility that comes with Hadoop distribution.</a:t>
            </a:r>
          </a:p>
          <a:p>
            <a:pPr marL="0" indent="0">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It allows the developers to write Map Reduce programs in any programming language like Ruby, Perl, C++, Python … etc.</a:t>
            </a:r>
          </a:p>
          <a:p>
            <a:pPr marL="0" indent="0">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Generally Hadoop Frame Work is built completely by using java. So, Map Reduce programs also run in java language only.</a:t>
            </a:r>
          </a:p>
          <a:p>
            <a:pPr marL="0" indent="0">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Unix stream will be like an interface between Hadoop and language which we want to write.</a:t>
            </a:r>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26665627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Streaming</a:t>
            </a:r>
            <a:br>
              <a:rPr lang="en-US" sz="3600" b="1" dirty="0">
                <a:solidFill>
                  <a:srgbClr val="FF0000"/>
                </a:solidFill>
                <a:latin typeface="Times New Roman" pitchFamily="18" charset="0"/>
                <a:cs typeface="Times New Roman" pitchFamily="18" charset="0"/>
              </a:rPr>
            </a:br>
            <a:endParaRPr lang="en-US" sz="3600" dirty="0"/>
          </a:p>
        </p:txBody>
      </p:sp>
      <p:sp>
        <p:nvSpPr>
          <p:cNvPr id="3" name="Content Placeholder 2"/>
          <p:cNvSpPr>
            <a:spLocks noGrp="1"/>
          </p:cNvSpPr>
          <p:nvPr>
            <p:ph idx="1"/>
          </p:nvPr>
        </p:nvSpPr>
        <p:spPr/>
        <p:txBody>
          <a:bodyPr>
            <a:normAutofit/>
          </a:bodyPr>
          <a:lstStyle/>
          <a:p>
            <a:r>
              <a:rPr lang="en-US" sz="2000" dirty="0" smtClean="0">
                <a:latin typeface="Times New Roman" pitchFamily="18" charset="0"/>
                <a:cs typeface="Times New Roman" pitchFamily="18" charset="0"/>
              </a:rPr>
              <a:t>Here we will be having 2 scripts.</a:t>
            </a:r>
          </a:p>
          <a:p>
            <a:pPr lvl="2"/>
            <a:r>
              <a:rPr lang="en-US" sz="2000" dirty="0" smtClean="0">
                <a:latin typeface="Times New Roman" pitchFamily="18" charset="0"/>
                <a:cs typeface="Times New Roman" pitchFamily="18" charset="0"/>
              </a:rPr>
              <a:t> External Mapper </a:t>
            </a:r>
            <a:r>
              <a:rPr lang="en-US" sz="2000" dirty="0">
                <a:latin typeface="Times New Roman" pitchFamily="18" charset="0"/>
                <a:cs typeface="Times New Roman" pitchFamily="18" charset="0"/>
              </a:rPr>
              <a:t>Script</a:t>
            </a:r>
          </a:p>
          <a:p>
            <a:pPr lvl="2"/>
            <a:r>
              <a:rPr lang="en-US" sz="2000" dirty="0" smtClean="0">
                <a:latin typeface="Times New Roman" pitchFamily="18" charset="0"/>
                <a:cs typeface="Times New Roman" pitchFamily="18" charset="0"/>
              </a:rPr>
              <a:t> External Reducer Script</a:t>
            </a:r>
          </a:p>
          <a:p>
            <a:pPr lvl="2">
              <a:buNone/>
            </a:pP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Suppose we have written both (Map &amp; Reducer) the scripts in python only</a:t>
            </a:r>
            <a:r>
              <a:rPr lang="en-US" sz="2000"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So, both the scripts take input from </a:t>
            </a:r>
            <a:r>
              <a:rPr lang="en-US" sz="2000" dirty="0" smtClean="0">
                <a:latin typeface="Times New Roman" pitchFamily="18" charset="0"/>
                <a:cs typeface="Times New Roman" pitchFamily="18" charset="0"/>
              </a:rPr>
              <a:t>STDIN (Standard Input) </a:t>
            </a:r>
            <a:r>
              <a:rPr lang="en-US" sz="2000" dirty="0" smtClean="0">
                <a:latin typeface="Times New Roman" pitchFamily="18" charset="0"/>
                <a:cs typeface="Times New Roman" pitchFamily="18" charset="0"/>
              </a:rPr>
              <a:t>and </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create intermediate key-value pairs with help of </a:t>
            </a:r>
            <a:r>
              <a:rPr lang="en-US" sz="2000" dirty="0" smtClean="0">
                <a:latin typeface="Times New Roman" pitchFamily="18" charset="0"/>
                <a:cs typeface="Times New Roman" pitchFamily="18" charset="0"/>
              </a:rPr>
              <a:t>STDOUT (Standard Output) and send to Internal Mapper / Reducer.</a:t>
            </a:r>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marL="667512" lvl="2" indent="0">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7185161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rgbClr val="FF0000"/>
                </a:solidFill>
                <a:latin typeface="Times New Roman" pitchFamily="18" charset="0"/>
                <a:cs typeface="Times New Roman" pitchFamily="18" charset="0"/>
              </a:rPr>
              <a:t>Hadoop Streaming</a:t>
            </a:r>
            <a:br>
              <a:rPr lang="en-US" sz="2400" b="1" dirty="0">
                <a:solidFill>
                  <a:srgbClr val="FF0000"/>
                </a:solidFill>
                <a:latin typeface="Times New Roman" pitchFamily="18" charset="0"/>
                <a:cs typeface="Times New Roman" pitchFamily="18" charset="0"/>
              </a:rPr>
            </a:br>
            <a:endParaRPr lang="en-US" sz="2400" dirty="0"/>
          </a:p>
        </p:txBody>
      </p:sp>
      <p:sp>
        <p:nvSpPr>
          <p:cNvPr id="3" name="Text Placeholder 2"/>
          <p:cNvSpPr>
            <a:spLocks noGrp="1"/>
          </p:cNvSpPr>
          <p:nvPr>
            <p:ph type="body" idx="2"/>
          </p:nvPr>
        </p:nvSpPr>
        <p:spPr/>
        <p:txBody>
          <a:bodyPr>
            <a:noAutofit/>
          </a:bodyPr>
          <a:lstStyle/>
          <a:p>
            <a:pPr marL="285750" indent="-285750"/>
            <a:r>
              <a:rPr lang="en-US" sz="1800" dirty="0" smtClean="0">
                <a:latin typeface="Times New Roman" pitchFamily="18" charset="0"/>
                <a:cs typeface="Times New Roman" pitchFamily="18" charset="0"/>
              </a:rPr>
              <a:t>1. Input </a:t>
            </a:r>
            <a:r>
              <a:rPr lang="en-US" sz="1800" dirty="0">
                <a:latin typeface="Times New Roman" pitchFamily="18" charset="0"/>
                <a:cs typeface="Times New Roman" pitchFamily="18" charset="0"/>
              </a:rPr>
              <a:t>Reader </a:t>
            </a:r>
            <a:r>
              <a:rPr lang="en-US" sz="1800" dirty="0" smtClean="0">
                <a:latin typeface="Times New Roman" pitchFamily="18" charset="0"/>
                <a:cs typeface="Times New Roman" pitchFamily="18" charset="0"/>
              </a:rPr>
              <a:t>is </a:t>
            </a:r>
            <a:r>
              <a:rPr lang="en-US" sz="1800" dirty="0">
                <a:latin typeface="Times New Roman" pitchFamily="18" charset="0"/>
                <a:cs typeface="Times New Roman" pitchFamily="18" charset="0"/>
              </a:rPr>
              <a:t>responsible for reading the input data and produces the list of key-value </a:t>
            </a:r>
            <a:r>
              <a:rPr lang="en-US" sz="1800" dirty="0" smtClean="0">
                <a:latin typeface="Times New Roman" pitchFamily="18" charset="0"/>
                <a:cs typeface="Times New Roman" pitchFamily="18" charset="0"/>
              </a:rPr>
              <a:t>pairs</a:t>
            </a:r>
          </a:p>
          <a:p>
            <a:pPr marL="285750" indent="-285750"/>
            <a:endParaRPr lang="en-US" sz="1800" dirty="0">
              <a:latin typeface="Times New Roman" pitchFamily="18" charset="0"/>
              <a:cs typeface="Times New Roman" pitchFamily="18" charset="0"/>
            </a:endParaRPr>
          </a:p>
          <a:p>
            <a:pPr marL="285750" indent="-285750"/>
            <a:r>
              <a:rPr lang="en-US" sz="1800" dirty="0" smtClean="0">
                <a:latin typeface="Times New Roman" pitchFamily="18" charset="0"/>
                <a:cs typeface="Times New Roman" pitchFamily="18" charset="0"/>
              </a:rPr>
              <a:t>2.  Internal Mapper  </a:t>
            </a:r>
            <a:r>
              <a:rPr lang="en-US" sz="1800" dirty="0" smtClean="0">
                <a:latin typeface="Times New Roman" pitchFamily="18" charset="0"/>
                <a:cs typeface="Times New Roman" pitchFamily="18" charset="0"/>
              </a:rPr>
              <a:t>will take the key-value pair  from </a:t>
            </a:r>
            <a:r>
              <a:rPr lang="en-US" sz="1800" dirty="0" smtClean="0">
                <a:latin typeface="Times New Roman" pitchFamily="18" charset="0"/>
                <a:cs typeface="Times New Roman" pitchFamily="18" charset="0"/>
              </a:rPr>
              <a:t>source, process it and </a:t>
            </a:r>
            <a:r>
              <a:rPr lang="en-US" sz="1800" dirty="0" smtClean="0">
                <a:latin typeface="Times New Roman" pitchFamily="18" charset="0"/>
                <a:cs typeface="Times New Roman" pitchFamily="18" charset="0"/>
              </a:rPr>
              <a:t>send </a:t>
            </a:r>
            <a:r>
              <a:rPr lang="en-US" sz="1800" dirty="0" smtClean="0">
                <a:latin typeface="Times New Roman" pitchFamily="18" charset="0"/>
                <a:cs typeface="Times New Roman" pitchFamily="18" charset="0"/>
              </a:rPr>
              <a:t>to STDIN. </a:t>
            </a:r>
          </a:p>
          <a:p>
            <a:pPr marL="285750" indent="-285750">
              <a:buFont typeface="Arial" pitchFamily="34" charset="0"/>
              <a:buChar char="•"/>
            </a:pPr>
            <a:endParaRPr lang="en-US" sz="1800" dirty="0" smtClean="0">
              <a:latin typeface="Times New Roman" pitchFamily="18" charset="0"/>
              <a:cs typeface="Times New Roman" pitchFamily="18" charset="0"/>
            </a:endParaRPr>
          </a:p>
          <a:p>
            <a:pPr marL="285750" indent="-285750"/>
            <a:r>
              <a:rPr lang="en-US" sz="1800" dirty="0" smtClean="0">
                <a:latin typeface="Times New Roman" pitchFamily="18" charset="0"/>
                <a:cs typeface="Times New Roman" pitchFamily="18" charset="0"/>
              </a:rPr>
              <a:t>3. External Mapper will take the input from STDIN , </a:t>
            </a:r>
            <a:r>
              <a:rPr lang="en-US" sz="1800" dirty="0" smtClean="0">
                <a:latin typeface="Times New Roman" pitchFamily="18" charset="0"/>
                <a:cs typeface="Times New Roman" pitchFamily="18" charset="0"/>
              </a:rPr>
              <a:t>it will create intermediate key-value pairs </a:t>
            </a:r>
            <a:r>
              <a:rPr lang="en-US" sz="18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with help of STDOUT and send to </a:t>
            </a:r>
            <a:r>
              <a:rPr lang="en-US" sz="1800" dirty="0" smtClean="0">
                <a:latin typeface="Times New Roman" pitchFamily="18" charset="0"/>
                <a:cs typeface="Times New Roman" pitchFamily="18" charset="0"/>
              </a:rPr>
              <a:t>I</a:t>
            </a:r>
            <a:r>
              <a:rPr lang="en-US" sz="1800" dirty="0" smtClean="0">
                <a:latin typeface="Times New Roman" pitchFamily="18" charset="0"/>
                <a:cs typeface="Times New Roman" pitchFamily="18" charset="0"/>
              </a:rPr>
              <a:t>nternal </a:t>
            </a:r>
            <a:r>
              <a:rPr lang="en-US" sz="1800" dirty="0" smtClean="0">
                <a:latin typeface="Times New Roman" pitchFamily="18" charset="0"/>
                <a:cs typeface="Times New Roman" pitchFamily="18" charset="0"/>
              </a:rPr>
              <a:t>M</a:t>
            </a:r>
            <a:r>
              <a:rPr lang="en-US" sz="1800" dirty="0" smtClean="0">
                <a:latin typeface="Times New Roman" pitchFamily="18" charset="0"/>
                <a:cs typeface="Times New Roman" pitchFamily="18" charset="0"/>
              </a:rPr>
              <a:t>apper.</a:t>
            </a:r>
            <a:endParaRPr lang="en-US" sz="1800" dirty="0">
              <a:latin typeface="Times New Roman" pitchFamily="18" charset="0"/>
              <a:cs typeface="Times New Roman" pitchFamily="18" charset="0"/>
            </a:endParaRP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xmlns="" val="0"/>
              </a:ext>
            </a:extLst>
          </a:blip>
          <a:stretch>
            <a:fillRect/>
          </a:stretch>
        </p:blipFill>
        <p:spPr>
          <a:xfrm>
            <a:off x="3505200" y="2362200"/>
            <a:ext cx="5393094" cy="2590800"/>
          </a:xfrm>
        </p:spPr>
      </p:pic>
      <p:sp>
        <p:nvSpPr>
          <p:cNvPr id="7" name="TextBox 6"/>
          <p:cNvSpPr txBox="1"/>
          <p:nvPr/>
        </p:nvSpPr>
        <p:spPr>
          <a:xfrm>
            <a:off x="4648200" y="5410200"/>
            <a:ext cx="3657600" cy="923330"/>
          </a:xfrm>
          <a:prstGeom prst="rect">
            <a:avLst/>
          </a:prstGeom>
          <a:noFill/>
        </p:spPr>
        <p:txBody>
          <a:bodyPr wrap="square" rtlCol="0">
            <a:spAutoFit/>
          </a:bodyPr>
          <a:lstStyle/>
          <a:p>
            <a:r>
              <a:rPr lang="en-US" dirty="0" smtClean="0"/>
              <a:t>4. Same process will be continued in Reducer also and gives the output.</a:t>
            </a:r>
            <a:endParaRPr lang="en-US" dirty="0"/>
          </a:p>
        </p:txBody>
      </p:sp>
    </p:spTree>
    <p:extLst>
      <p:ext uri="{BB962C8B-B14F-4D97-AF65-F5344CB8AC3E}">
        <p14:creationId xmlns:p14="http://schemas.microsoft.com/office/powerpoint/2010/main" xmlns="" val="10107395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Pipes</a:t>
            </a:r>
          </a:p>
        </p:txBody>
      </p:sp>
      <p:sp>
        <p:nvSpPr>
          <p:cNvPr id="3" name="Content Placeholder 2"/>
          <p:cNvSpPr>
            <a:spLocks noGrp="1"/>
          </p:cNvSpPr>
          <p:nvPr>
            <p:ph idx="1"/>
          </p:nvPr>
        </p:nvSpPr>
        <p:spPr/>
        <p:txBody>
          <a:bodyPr>
            <a:normAutofit/>
          </a:bodyPr>
          <a:lstStyle/>
          <a:p>
            <a:r>
              <a:rPr lang="en-US" sz="2000" dirty="0" smtClean="0">
                <a:latin typeface="Times New Roman" pitchFamily="18" charset="0"/>
                <a:cs typeface="Times New Roman" pitchFamily="18" charset="0"/>
              </a:rPr>
              <a:t> It is </a:t>
            </a:r>
            <a:r>
              <a:rPr lang="en-US" sz="2000" dirty="0">
                <a:latin typeface="Times New Roman" pitchFamily="18" charset="0"/>
                <a:cs typeface="Times New Roman" pitchFamily="18" charset="0"/>
              </a:rPr>
              <a:t>a </a:t>
            </a:r>
            <a:r>
              <a:rPr lang="en-US" sz="2000" b="1" dirty="0" smtClean="0">
                <a:solidFill>
                  <a:srgbClr val="0070C0"/>
                </a:solidFill>
                <a:latin typeface="Times New Roman" pitchFamily="18" charset="0"/>
                <a:cs typeface="Times New Roman" pitchFamily="18" charset="0"/>
              </a:rPr>
              <a:t>Deprecated (Not Approved) API And Framework</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for writing </a:t>
            </a:r>
            <a:r>
              <a:rPr lang="en-US" sz="2000" dirty="0" smtClean="0">
                <a:latin typeface="Times New Roman" pitchFamily="18" charset="0"/>
                <a:cs typeface="Times New Roman" pitchFamily="18" charset="0"/>
              </a:rPr>
              <a:t>Map Reduce </a:t>
            </a:r>
            <a:r>
              <a:rPr lang="en-US" sz="2000" dirty="0">
                <a:latin typeface="Times New Roman" pitchFamily="18" charset="0"/>
                <a:cs typeface="Times New Roman" pitchFamily="18" charset="0"/>
              </a:rPr>
              <a:t>applications in C++ and other languages that can be executed on the Hadoop distributed computing framework. </a:t>
            </a:r>
            <a:endParaRPr lang="en-US" sz="2000" dirty="0" smtClean="0">
              <a:latin typeface="Times New Roman" pitchFamily="18" charset="0"/>
              <a:cs typeface="Times New Roman" pitchFamily="18" charset="0"/>
            </a:endParaRPr>
          </a:p>
          <a:p>
            <a:pPr marL="0" indent="0">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It </a:t>
            </a:r>
            <a:r>
              <a:rPr lang="en-US" sz="2000" dirty="0">
                <a:latin typeface="Times New Roman" pitchFamily="18" charset="0"/>
                <a:cs typeface="Times New Roman" pitchFamily="18" charset="0"/>
              </a:rPr>
              <a:t>was </a:t>
            </a:r>
            <a:r>
              <a:rPr lang="en-US" sz="2000" dirty="0" smtClean="0">
                <a:latin typeface="Times New Roman" pitchFamily="18" charset="0"/>
                <a:cs typeface="Times New Roman" pitchFamily="18" charset="0"/>
              </a:rPr>
              <a:t>developed before </a:t>
            </a:r>
            <a:r>
              <a:rPr lang="en-US" sz="2000" dirty="0">
                <a:latin typeface="Times New Roman" pitchFamily="18" charset="0"/>
                <a:cs typeface="Times New Roman" pitchFamily="18" charset="0"/>
              </a:rPr>
              <a:t>more user-friendly APIs like Hadoop Streaming and Hadoop Java API gained popularity</a:t>
            </a:r>
            <a:r>
              <a:rPr lang="en-US" sz="2000" dirty="0" smtClean="0">
                <a:latin typeface="Times New Roman" pitchFamily="18" charset="0"/>
                <a:cs typeface="Times New Roman" pitchFamily="18" charset="0"/>
              </a:rPr>
              <a:t>.</a:t>
            </a:r>
          </a:p>
          <a:p>
            <a:endParaRPr lang="en-US" sz="2000" dirty="0" smtClean="0">
              <a:latin typeface="Times New Roman" pitchFamily="18" charset="0"/>
              <a:cs typeface="Times New Roman" pitchFamily="18" charset="0"/>
            </a:endParaRPr>
          </a:p>
          <a:p>
            <a:pPr marL="0" indent="0">
              <a:buNone/>
            </a:pPr>
            <a:r>
              <a:rPr lang="en-US" sz="2000" dirty="0" smtClean="0">
                <a:latin typeface="Times New Roman" pitchFamily="18" charset="0"/>
                <a:cs typeface="Times New Roman" pitchFamily="18" charset="0"/>
              </a:rPr>
              <a:t>Key Points About Hadoop Pipes:-</a:t>
            </a:r>
          </a:p>
          <a:p>
            <a:endParaRPr lang="en-US" sz="2000" dirty="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Complexity</a:t>
            </a:r>
            <a:r>
              <a:rPr lang="en-US" sz="2000" dirty="0">
                <a:latin typeface="Times New Roman" pitchFamily="18" charset="0"/>
                <a:cs typeface="Times New Roman" pitchFamily="18" charset="0"/>
              </a:rPr>
              <a:t>: Hadoop Pipes could be more challenging to work with compared to other Hadoop programming APIs because it required developers to manage input and output streams manually, which could lead to more complex code.</a:t>
            </a:r>
          </a:p>
        </p:txBody>
      </p:sp>
    </p:spTree>
    <p:extLst>
      <p:ext uri="{BB962C8B-B14F-4D97-AF65-F5344CB8AC3E}">
        <p14:creationId xmlns:p14="http://schemas.microsoft.com/office/powerpoint/2010/main" xmlns="" val="2733745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Pipes</a:t>
            </a:r>
            <a:endParaRPr lang="en-US" sz="3600" dirty="0"/>
          </a:p>
        </p:txBody>
      </p:sp>
      <p:sp>
        <p:nvSpPr>
          <p:cNvPr id="3" name="Content Placeholder 2"/>
          <p:cNvSpPr>
            <a:spLocks noGrp="1"/>
          </p:cNvSpPr>
          <p:nvPr>
            <p:ph idx="1"/>
          </p:nvPr>
        </p:nvSpPr>
        <p:spPr/>
        <p:txBody>
          <a:bodyPr>
            <a:normAutofit/>
          </a:bodyPr>
          <a:lstStyle/>
          <a:p>
            <a:pPr marL="0" indent="0">
              <a:buNone/>
            </a:pPr>
            <a:r>
              <a:rPr lang="en-US" sz="2000" b="1" dirty="0">
                <a:latin typeface="Times New Roman" pitchFamily="18" charset="0"/>
                <a:cs typeface="Times New Roman" pitchFamily="18" charset="0"/>
              </a:rPr>
              <a:t>Performance</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Hadoop </a:t>
            </a:r>
            <a:r>
              <a:rPr lang="en-US" sz="2000" dirty="0">
                <a:latin typeface="Times New Roman" pitchFamily="18" charset="0"/>
                <a:cs typeface="Times New Roman" pitchFamily="18" charset="0"/>
              </a:rPr>
              <a:t>Pipes might not be as efficient as writing </a:t>
            </a:r>
            <a:r>
              <a:rPr lang="en-US" sz="2000" dirty="0" smtClean="0">
                <a:latin typeface="Times New Roman" pitchFamily="18" charset="0"/>
                <a:cs typeface="Times New Roman" pitchFamily="18" charset="0"/>
              </a:rPr>
              <a:t>Map Reduce </a:t>
            </a:r>
            <a:r>
              <a:rPr lang="en-US" sz="2000" dirty="0">
                <a:latin typeface="Times New Roman" pitchFamily="18" charset="0"/>
                <a:cs typeface="Times New Roman" pitchFamily="18" charset="0"/>
              </a:rPr>
              <a:t>code directly in Java for certain use cases</a:t>
            </a:r>
            <a:r>
              <a:rPr lang="en-US" sz="2000" dirty="0" smtClean="0">
                <a:latin typeface="Times New Roman" pitchFamily="18" charset="0"/>
                <a:cs typeface="Times New Roman" pitchFamily="18" charset="0"/>
              </a:rPr>
              <a:t>.</a:t>
            </a:r>
          </a:p>
          <a:p>
            <a:pPr marL="0" indent="0">
              <a:buNone/>
            </a:pPr>
            <a:endParaRPr lang="en-US" sz="2000" dirty="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Migration</a:t>
            </a:r>
            <a:r>
              <a:rPr lang="en-US" sz="2000" dirty="0">
                <a:latin typeface="Times New Roman" pitchFamily="18" charset="0"/>
                <a:cs typeface="Times New Roman" pitchFamily="18" charset="0"/>
              </a:rPr>
              <a:t>: If you have existing Hadoop Pipes code, it's advisable to migrate it to one of the more </a:t>
            </a:r>
            <a:r>
              <a:rPr lang="en-US" sz="2000" b="1" dirty="0" smtClean="0">
                <a:solidFill>
                  <a:srgbClr val="0070C0"/>
                </a:solidFill>
                <a:latin typeface="Times New Roman" pitchFamily="18" charset="0"/>
                <a:cs typeface="Times New Roman" pitchFamily="18" charset="0"/>
              </a:rPr>
              <a:t>Modern Hadoop Programming APIs</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to take advantage of improved performance and ease of development.</a:t>
            </a:r>
          </a:p>
        </p:txBody>
      </p:sp>
    </p:spTree>
    <p:extLst>
      <p:ext uri="{BB962C8B-B14F-4D97-AF65-F5344CB8AC3E}">
        <p14:creationId xmlns:p14="http://schemas.microsoft.com/office/powerpoint/2010/main" xmlns="" val="42412489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153</TotalTime>
  <Words>381</Words>
  <Application>Microsoft Office PowerPoint</Application>
  <PresentationFormat>On-screen Show (4:3)</PresentationFormat>
  <Paragraphs>36</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Flow</vt:lpstr>
      <vt:lpstr>Hadoop Streaming </vt:lpstr>
      <vt:lpstr>Hadoop Streaming </vt:lpstr>
      <vt:lpstr>Hadoop Streaming </vt:lpstr>
      <vt:lpstr>Hadoop Pipes</vt:lpstr>
      <vt:lpstr>Hadoop Pipes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Hadoop Streaming </dc:title>
  <dc:creator>MRUH</dc:creator>
  <cp:lastModifiedBy>Windows User</cp:lastModifiedBy>
  <cp:revision>22</cp:revision>
  <dcterms:created xsi:type="dcterms:W3CDTF">2006-08-16T00:00:00Z</dcterms:created>
  <dcterms:modified xsi:type="dcterms:W3CDTF">2023-09-05T15:19:12Z</dcterms:modified>
</cp:coreProperties>
</file>