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Weather Dataset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weather_data.PNG"/>
          <p:cNvPicPr>
            <a:picLocks noGrp="1" noChangeAspect="1"/>
          </p:cNvPicPr>
          <p:nvPr>
            <p:ph idx="1"/>
          </p:nvPr>
        </p:nvPicPr>
        <p:blipFill>
          <a:blip r:embed="rId2"/>
          <a:srcRect t="5702" r="2007"/>
          <a:stretch>
            <a:fillRect/>
          </a:stretch>
        </p:blipFill>
        <p:spPr>
          <a:xfrm>
            <a:off x="685800" y="1981200"/>
            <a:ext cx="4191000" cy="4587482"/>
          </a:xfrm>
        </p:spPr>
      </p:pic>
      <p:sp>
        <p:nvSpPr>
          <p:cNvPr id="5" name="TextBox 4"/>
          <p:cNvSpPr txBox="1"/>
          <p:nvPr/>
        </p:nvSpPr>
        <p:spPr>
          <a:xfrm>
            <a:off x="6172201" y="2971800"/>
            <a:ext cx="2209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Air Temperature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0070C0"/>
                </a:solidFill>
              </a:rPr>
              <a:t>Quality code </a:t>
            </a:r>
            <a:r>
              <a:rPr lang="en-US" dirty="0" smtClean="0"/>
              <a:t>are required variables to find Max Temperature.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Analyzing data with Unix Tool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Interpreted Programming Language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dirty="0" smtClean="0"/>
              <a:t>Code Output</a:t>
            </a:r>
            <a:endParaRPr lang="en-US" dirty="0"/>
          </a:p>
        </p:txBody>
      </p:sp>
      <p:pic>
        <p:nvPicPr>
          <p:cNvPr id="7" name="Content Placeholder 6" descr="unix_code.PNG"/>
          <p:cNvPicPr>
            <a:picLocks noGrp="1" noChangeAspect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>
          <a:xfrm>
            <a:off x="228600" y="2895600"/>
            <a:ext cx="4399806" cy="1447800"/>
          </a:xfrm>
        </p:spPr>
      </p:pic>
      <p:pic>
        <p:nvPicPr>
          <p:cNvPr id="8" name="Content Placeholder 7" descr="unix_code_output.PNG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724401" y="2895600"/>
            <a:ext cx="2696308" cy="1752600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Analyzing data with Unix Tool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 are having years of data and we must process it.</a:t>
            </a:r>
          </a:p>
          <a:p>
            <a:pPr marL="514350" indent="-514350"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 will select only required variables and perform a test to see temp is valid or not.</a:t>
            </a:r>
          </a:p>
          <a:p>
            <a:pPr marL="514350" indent="-514350"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9999 – represents Missing Values</a:t>
            </a:r>
          </a:p>
          <a:p>
            <a:pPr marL="514350" indent="-514350"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After reading the data, temp will be compared to max seen value so far.</a:t>
            </a:r>
          </a:p>
          <a:p>
            <a:pPr marL="514350" indent="-514350"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At the end we execute maximum temperature.</a:t>
            </a:r>
          </a:p>
          <a:p>
            <a:pPr marL="514350" indent="-514350">
              <a:buAutoNum type="arabi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process 1 Century Data – 42 minutes -1 single EC2</a:t>
            </a:r>
          </a:p>
          <a:p>
            <a:pPr marL="514350" indent="-51435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we run the program in parallel it may take less time but we have problems.</a:t>
            </a:r>
          </a:p>
          <a:p>
            <a:pPr marL="514350" indent="-51435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Analyzing data with Unix Tool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Dividing the work in-to equal sizes is not easy and file size for every year changes.</a:t>
            </a:r>
          </a:p>
          <a:p>
            <a:pPr marL="514350" indent="-514350"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Larger file will take more time to execute, so we split the data in-to fixed size chunks &amp; assign each chunk to a process.</a:t>
            </a:r>
          </a:p>
          <a:p>
            <a:pPr marL="514350" indent="-514350"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After processing we will be combining the results from independent processes and again we need to process to get final output.</a:t>
            </a:r>
          </a:p>
          <a:p>
            <a:pPr marL="514350" indent="-514350"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Still, it will take 20 minutes and we can’t go beyond and some-times it becomes messy too.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Analyzing Data with Hadoop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Map Reduce</a:t>
            </a:r>
            <a:endParaRPr lang="en-US" dirty="0"/>
          </a:p>
        </p:txBody>
      </p:sp>
      <p:pic>
        <p:nvPicPr>
          <p:cNvPr id="4" name="Picture 3" descr="map_reduc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90800"/>
            <a:ext cx="7767084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Analyzing Data with Hadoop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Input – NCDC Data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Map Function – Data Preparation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Reduce Function – Finding Max. Temperature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22</TotalTime>
  <Words>234</Words>
  <Application>Microsoft Office PowerPoint</Application>
  <PresentationFormat>On-screen Show (4:3)</PresentationFormat>
  <Paragraphs>29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Flow</vt:lpstr>
      <vt:lpstr>Weather Dataset</vt:lpstr>
      <vt:lpstr>Analyzing data with Unix Tool</vt:lpstr>
      <vt:lpstr>Analyzing data with Unix Tool</vt:lpstr>
      <vt:lpstr>Analyzing data with Unix Tool</vt:lpstr>
      <vt:lpstr>Analyzing Data with Hadoop</vt:lpstr>
      <vt:lpstr>Analyzing Data with Hadoop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Dataset</dc:title>
  <dc:creator>Yes</dc:creator>
  <cp:lastModifiedBy>Windows User</cp:lastModifiedBy>
  <cp:revision>8</cp:revision>
  <dcterms:created xsi:type="dcterms:W3CDTF">2006-08-16T00:00:00Z</dcterms:created>
  <dcterms:modified xsi:type="dcterms:W3CDTF">2023-09-06T17:34:33Z</dcterms:modified>
</cp:coreProperties>
</file>