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4" r:id="rId7"/>
    <p:sldId id="263" r:id="rId8"/>
    <p:sldId id="261" r:id="rId9"/>
    <p:sldId id="265" r:id="rId10"/>
    <p:sldId id="267" r:id="rId11"/>
    <p:sldId id="266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- Basic File System Operations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Here are some basic file system operations you can perform in HDFS:-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Name Space organizes files and directories stored in file system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the logical representation of how data is organized in HDFS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Name space is managed by Name Node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Creating a Directory: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You can create a new directory within the HDFS namespace to organize your data.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Copying Files or Directories: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HDFS provides the ability to copy files or directories from one location to another within the HDFS namespace.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Reading from and Writing to Files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- Basic File System Operations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Checking File Information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Moving or Renaming Files or Directories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Deleting Files or Directories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Listing Contents of a Directory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Changing Permissions and Ownership: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You can modify the permissions and ownership of files and directories in HDFS, controlling who can access them.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Checking Disk Space: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You can check the amount of free and used space in HDFS.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Setting Replication Factor: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You can configure the replication factor of files to determine how many copies of the data are stored across the cluster..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- Basic File System Operations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Accessing Data by Block ID: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You can access specific blocks of a file using their block IDs.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Truncating Files: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You can truncate the content of a file to a specified length.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Setting Quotas: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You can set quotas on the amount of storage space or the number of files that a user or group can consume in HDFS.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- Basic File System Operations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operations are often performed using Hadoop command-line utilities such as hdfs dfs,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Interact with HDFS using commands similar to those used with a traditional file system.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HDFS is designed for distributed storage, so the behavior and considerations for these operations might differ from those in traditional single-node file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- INTERFACES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Interface – A Device or a program enabling the user to communicate with a computer.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Hadoop Distributed File System (HDFS) provides several interfaces that allow users and applications to interact with the file system. 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These interfaces cater to different user needs and levels of expertise. </a:t>
            </a: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command-line interface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is useful for administrators and users who prefer working from a terminal.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while the</a:t>
            </a:r>
            <a:r>
              <a:rPr lang="en-US" sz="1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programming APIs</a:t>
            </a:r>
            <a:r>
              <a:rPr lang="en-US" sz="1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are essential for application developers who want to integrate HDFS operations into their software.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web interface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provides a convenient way to monitor and manage the HDFS cluster's health and performance.</a:t>
            </a:r>
          </a:p>
          <a:p>
            <a:pPr>
              <a:buFont typeface="Wingdings" pitchFamily="2" charset="2"/>
              <a:buChar char="Ø"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 smtClean="0">
                <a:latin typeface="Times New Roman" pitchFamily="18" charset="0"/>
                <a:cs typeface="Times New Roman" pitchFamily="18" charset="0"/>
              </a:rPr>
            </a:b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- INTERFACES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 are some of the main interfaces for interacting with HDFS:-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Command-Line Interface (CLI):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HDFS provides a set of command-line utilities that allow you to perform various file system operations.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most commonly used utility is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hdfs dfs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which provides commands for managing files and directories, copying data, listing contents, changing permissions, and more.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- INTERFACES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Web User Interface (HDFS Web UI):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HDFS provides a web-based user interface that can be accessed through a web browser. 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allows you to browse the file system, view file information, and check the status of the HDFS cluster. 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You can also access information about data nodes, block locations, and more.</a:t>
            </a:r>
          </a:p>
          <a:p>
            <a:pPr lvl="1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Hadoop Java API: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HDFS provides a Java API that allows developers to programmatically interact with the file system. 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This API is part of the Apache Hadoop project and enables you to perform a wide range of operations, from basic file I/O to more advanced tasks such as setting replication factors, managing permissions, and handling file metadata.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- INTERFACES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Hadoop Streaming: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Hadoop Streaming is an interface that allows you to write Map Reduce programs using languages other than Java (e.g., Python, Ruby, Perl). </a:t>
            </a:r>
          </a:p>
          <a:p>
            <a:pPr lvl="1"/>
            <a:r>
              <a:rPr lang="en-US" sz="200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enables you to process data stored in HDFS using custom scripts and command-line tools.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Hadoop HBase API: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you're using HBase, a No-SQL database built on top of HDFS, you can use the HBase API to interact with the database tables stored in HDFS.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Third-Party Tools and Libraries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– Data Flow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Hadoop Distributed File System (HDFS), data flow involves how data is stored, distributed, and processed within the Hadoop cluster.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Here's a high-level overview of how data flows in HDFS: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Ingestion: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is ingested into HDFS from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Various Sources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can include log files, sensor data, application-generated data, and more.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data is typically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Divided Into Smaller Blocks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each of a fixed size (e.g., 128 MB or 256 MB by default). These blocks are the basic unit of storage in HDFS.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– Data Flow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Splitting and Replication: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data is ingested, it is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Split Into Blocks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distributed across the nodes in the Hadoop cluster.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replication  - Each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Block Is Replicated Multiple Times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(typically three) to provide fault tolerance. 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replicas are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Stored On Different Nodes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ensure data availability even in the case of node failures.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Block Placement: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HDFS ensures that replicas of a block are placed on different nodes in the cluster. 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is done to distribute the data and its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Processing Load Evenly Across The Cluster.</a:t>
            </a:r>
            <a:endParaRPr lang="en-US" sz="20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– Data Flow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Access: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a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User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application wants to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Read Or Process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stored in HDFS, they interact with the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HDFS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Client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(Library that allows user to interact with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adoop cluster).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HDFS client knows the location of the data blocks, and it contacts the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 Nodes To Retrieve The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one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Node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 slow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Unresponsive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client can fetch the data from one of the other replicas.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Processing: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Hadoop applications, such as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Map Reduce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Hive, Pig, and Spark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process the data stored in HDFS.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HDFS – Data Flow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Movement and Replication Maintenance: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HDFS continuously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Monitors The Health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cluster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Data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Node or a block becomes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Unavailable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HDFS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Automatically Replicates The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maintain the desired replication factor.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Similarly, if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New Nodes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added to the cluster, HDFS will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Rebalance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blocks to ensure even distribution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Ejection:</a:t>
            </a: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 in HDFS can be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Deleted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when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no longer needed. HDFS automatically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Reclaims Storage Space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 removing the corresponding blocks and their replicas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155</TotalTime>
  <Words>1109</Words>
  <Application>Microsoft Office PowerPoint</Application>
  <PresentationFormat>On-screen Show (4:3)</PresentationFormat>
  <Paragraphs>112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HDFS - Basic File System Operations</vt:lpstr>
      <vt:lpstr>HDFS - Basic File System Operations</vt:lpstr>
      <vt:lpstr>HDFS - Basic File System Operations</vt:lpstr>
      <vt:lpstr>HDFS - Basic File System Operations</vt:lpstr>
      <vt:lpstr>HDFS - INTERFACES</vt:lpstr>
      <vt:lpstr>HDFS - INTERFACES</vt:lpstr>
      <vt:lpstr>HDFS - INTERFACES</vt:lpstr>
      <vt:lpstr>HDFS - INTERFACES</vt:lpstr>
      <vt:lpstr>HDFS – Data Flow</vt:lpstr>
      <vt:lpstr>HDFS – Data Flow</vt:lpstr>
      <vt:lpstr>HDFS – Data Flow</vt:lpstr>
      <vt:lpstr>HDFS – Data Flow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Yes</dc:creator>
  <cp:lastModifiedBy>Windows User</cp:lastModifiedBy>
  <cp:revision>32</cp:revision>
  <dcterms:created xsi:type="dcterms:W3CDTF">2006-08-16T00:00:00Z</dcterms:created>
  <dcterms:modified xsi:type="dcterms:W3CDTF">2023-09-06T13:55:39Z</dcterms:modified>
</cp:coreProperties>
</file>