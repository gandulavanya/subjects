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6" r:id="rId8"/>
    <p:sldId id="263" r:id="rId9"/>
    <p:sldId id="264" r:id="rId10"/>
    <p:sldId id="267" r:id="rId11"/>
    <p:sldId id="269" r:id="rId12"/>
    <p:sldId id="270" r:id="rId13"/>
    <p:sldId id="268" r:id="rId14"/>
    <p:sldId id="271" r:id="rId15"/>
    <p:sldId id="273" r:id="rId16"/>
    <p:sldId id="272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Hadoop I/O is a </a:t>
            </a:r>
            <a:r>
              <a:rPr lang="en-US" sz="2000" b="1" dirty="0" smtClean="0">
                <a:solidFill>
                  <a:srgbClr val="0070C0"/>
                </a:solidFill>
              </a:rPr>
              <a:t>Crucial Component </a:t>
            </a:r>
            <a:r>
              <a:rPr lang="en-US" sz="2000" dirty="0" smtClean="0"/>
              <a:t>of </a:t>
            </a:r>
            <a:r>
              <a:rPr lang="en-US" sz="2000" dirty="0" smtClean="0"/>
              <a:t>the Hadoop ecosystem.</a:t>
            </a:r>
          </a:p>
          <a:p>
            <a:endParaRPr lang="en-US" sz="2000" dirty="0" smtClean="0"/>
          </a:p>
          <a:p>
            <a:r>
              <a:rPr lang="en-US" sz="2000" dirty="0" smtClean="0"/>
              <a:t>Responsible for reading data from various sources &amp; processing it using distributed data processing frameworks, and writing results back to storage.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 have data in Hadoop, you may need to get it out for further analysis or to use it in another system.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One way to get data out of Hadoop is to use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HDFS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Commands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Data Integrity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remains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Accurate and Consistent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throughout its lifecycle within the Hadoop ecosystem.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Hadoop is primarily used for processing large volumes of data across distributed clusters, and ensuring data integrity is crucial to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Avoid Errors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corruption, or data loss.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key aspects and techniques for maintaining data integrity in Hadoop I/O: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Replication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Hadoop replicates data across multiple nodes in the cluster by default.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Checksums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 checksum is a value that represents 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Number Of Bits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a transmission message.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Hadoop uses checksums to verify the integrity of data during both read and write operations.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Data Integrity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Validation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Before storing data in Hadoop, it's a good practice to validate it for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correctness and completeness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be done using data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Validation Scripts Or Custom Code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ensure that only high-quality data is ingested into the Hadoop ecosystem.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Compression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It can save storage space and reduce data transfer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times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you use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codecs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(A codec is a software-based process that compresses and decompresses large amounts of data ).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Checksum Validation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Hadoop provides tools like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Hadoop fsck and hdfs fsck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allow you to check the health and integrity of your HDFS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Data Integrity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Monitoring and Logging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keep track of any </a:t>
            </a: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nomalies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Or Issues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Hadoop cluster.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Alerts and notifications can help you detect data integrity problems in real-time.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Auditing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Perform periodic data audits to ensure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Integrity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involves running checks and validations on data stored in Hadoop to identify and rectify any inconsistencies or corruption.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Encryption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Encryption is the method by which information is converted into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Secret Code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hides the information's true meaning.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cases where data security is a concern, consider encrypting data at rest and in transit within the Hadoop cluster.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Data Integrity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Regular Backups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Safeguard against data loss due to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Corruption, Accidental Deletion, Or Other Unforeseen Events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is not only a data integrity measure but also a part of disaster recovery planning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Replication Factor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Adjusting the replication factor of your Hadoop cluster can impact data integrity.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replication factors provide better fault tolerance but require more storage space.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Choose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replication factor that aligns with your data integrity and storage requirements.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Compression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Technique used to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Reduce The Storage Space Required For Data Storage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to minimize data transfer times between nodes in a Hadoop cluster.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Hadoop is often used for processing and storing massive amounts of data, compression can significantly benefit the overall efficiency of the system.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key points about compression in Hadoop I/O: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Compression Codecs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 codec is a software-based process that compresses and decompresses large amounts of data.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Hadoop supports various compression codecs, such as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Gzip, Snappy, LZO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(Limited to certain distributions due to licensing), and more.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Choosing the right codec depends on factors like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type, compression ratio, and CPU usage.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Compression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Codec Selection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Choose the compression codec that best suits your use case. 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Snappy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known for its fast compression and decompression speed but may not achieve the highest compression ratios. </a:t>
            </a:r>
          </a:p>
          <a:p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Gzip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offers better compression ratios but is  slower in terms of CPU usage.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/>
              <a:t>Compatibility</a:t>
            </a:r>
            <a:r>
              <a:rPr lang="en-US" sz="2000" dirty="0" smtClean="0"/>
              <a:t>: Ensure that your chosen compression </a:t>
            </a:r>
            <a:r>
              <a:rPr lang="en-US" sz="2000" b="1" dirty="0" smtClean="0">
                <a:solidFill>
                  <a:srgbClr val="0070C0"/>
                </a:solidFill>
              </a:rPr>
              <a:t>Codec Is Supported By The Hadoop Distribution</a:t>
            </a:r>
            <a:r>
              <a:rPr lang="en-US" sz="2000" dirty="0" smtClean="0"/>
              <a:t> </a:t>
            </a:r>
            <a:r>
              <a:rPr lang="en-US" sz="2000" dirty="0" smtClean="0"/>
              <a:t>and the tools or frameworks you plan to use for data processing (e.g., Map Reduce, Spark, Hive).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Dynamic Compression</a:t>
            </a:r>
            <a:r>
              <a:rPr lang="en-US" sz="2000" dirty="0" smtClean="0"/>
              <a:t>: In some cases, you can enable dynamic compression, which allows Hadoop to decide whether to </a:t>
            </a:r>
            <a:r>
              <a:rPr lang="en-US" sz="2000" b="1" dirty="0" smtClean="0">
                <a:solidFill>
                  <a:srgbClr val="0070C0"/>
                </a:solidFill>
              </a:rPr>
              <a:t>compress data based on file size, data type, or other factors</a:t>
            </a:r>
            <a:r>
              <a:rPr lang="en-US" sz="2000" dirty="0" smtClean="0"/>
              <a:t>. This can be useful when dealing with heterogeneous data (data with high variability of data types and formats).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Compression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Benefits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Storage Savings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Cost Savings, especially when dealing with large datasets.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Transfer Efficiency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Compressed data takes less time to transfer between nodes in a Hadoop cluster, improving overall job performance.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I/O Performance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Reading and writing compressed data can reduce I/O operations, as less data is read from or written to disk.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File Formats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Different Hadoop-compatible file formats support compression. For example:-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Sequence File, ORC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(Optimized Row Columnar), and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Parquet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formats support built-in compression options.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choosing a file format, consider its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compatibility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compression codecs.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Compression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Compression Configuration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Compression can be configured at various levels with-in Hadoop, including at the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file level,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job level, or cluster level.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can specify compression codecs and settings when writing data to HDFS (Hadoop Distributed File System) or when running Map Reduce or Spark jobs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Conclusion</a:t>
            </a:r>
            <a:r>
              <a:rPr lang="en-US" sz="2000" dirty="0"/>
              <a:t>:- Compression in Hadoop offers storage savings and faster data processing, but it requires careful consideration of </a:t>
            </a:r>
            <a:r>
              <a:rPr lang="en-US" sz="2000" b="1" dirty="0">
                <a:solidFill>
                  <a:srgbClr val="0070C0"/>
                </a:solidFill>
              </a:rPr>
              <a:t>codec selection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70C0"/>
                </a:solidFill>
              </a:rPr>
              <a:t>configuration settings</a:t>
            </a:r>
            <a:r>
              <a:rPr lang="en-US" sz="2000" dirty="0"/>
              <a:t> to balance compression benefits with CPU overhead.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Serialization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Process of converting data structures or objects into a format that can be easily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stored, transmitted, and reconstructed later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key points about serialization in Hadoop I/O: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Why Serialization is Important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Transfer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Data is transferred between nodes &amp; Serialization reduces the volume of data transferred, improving efficiency.</a:t>
            </a:r>
          </a:p>
          <a:p>
            <a:pPr lvl="1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Storage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Data stored in Hadoop's HDFS is often serialized to reduce storage space requirements.</a:t>
            </a:r>
          </a:p>
          <a:p>
            <a:pPr lvl="1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Processing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Serialization enables the efficient processing of data using Map Reduce, Spark, Hive, and other Hadoop-based frameworks.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Serialization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Serialization Formats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 Serialization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Hadoop can use Java's built-in object serialization, but it's generally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Not Recommended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due to its inefficiency and lack of compatibility with other languages.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Writable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Hadoop provides its own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Serialization 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called "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Writable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." Custom data types can implement the Writable interface to define their serialization and de-serialization methods.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Avro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Apache Avro is a popular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Serialization Framework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used in Hadoop. It provides a schema-based serialization format that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Supports Multiple Programming Languages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is efficient for both storage and data transfer.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Parquet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Apache Parquet is a columnar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Storage Format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includes its own serialization mechanisms. It's well-suited for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is often used with tools like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Hive and Apache Impala.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Serialization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Custom Serialization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Complex Data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or when none of the built-in serialization formats meet your needs, you can create custom serializers and de-serializers. This allows you to define how your data objects should be converted into a binary format and back.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Compression and Serialization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Compression and serialization are often used together in Hadoop to further reduce storage and data transfer overhead. Compressed serialized data takes less space and is faster to transfer.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Serialization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Efficiency and Performance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It's important to choose serialization formats and libraries that balance efficiency and performance.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Avro and Parquet are known for their efficiency in this regard.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:-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erialization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Hadoop I/O is a critical aspect of efficient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Storage, 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Transfer, And </a:t>
            </a:r>
          </a:p>
          <a:p>
            <a:pPr lvl="1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Processin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within the Hadoop ecosystem.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File Based Data Structures.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Hadoop provides various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File Formats And Data Structures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are optimized for handling big data efficiently.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data structures are designed to work seamlessly with Hadoop's distributed processing frameworks like Map Reduce, Spark, and Hive. 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common file-based data structures in Hadoop: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Sequence 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Hadoop-specific file format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is designed for storing binary key-value pairs efficiently.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uitable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storing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Structured And Semi-structured Data.</a:t>
            </a:r>
            <a:endParaRPr lang="en-US" sz="20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Sequence Files are commonly used in Hadoop applications to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store intermediate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between Map and Reduce phases in Map Reduce jobs.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File Based Data Structures.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Text 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simple file format that stores data as plain text. Each line of text typically corresponds to a record.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Text Files are suitable for storing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Unstructured Or Text-based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Avro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Avro is a data serialization system that includes a file format. Avro files contain both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and Schema Information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making them self-describing and ideal for use with evolving data schemas.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Avro is used when you need a schema-aware, compact, and efficient file format.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commonly used in conjunction with tools like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Hive and Apache Pig.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File Based Data Structures.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Parquet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Parquet is a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Columnar Storage Format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optimized for analytical queries.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Parquet is widely used in data warehousing and analytics applications, especially when dealing with large volumes of structured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JSON and JSON Lines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JSON (JavaScript Object Notation) is a widely used data interchange format.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JSON files store data in a human-readable text format.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JSON is used when dealing with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Semi-structured Or Nested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Custom File Formats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Hadoop allows you to create custom file formats tailored to your specific data and processing requirements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– File Based Data Structures.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:- When choosing a file-based data structure in Hadoop, consider factors such as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Data Volume,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Schema Evolution,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Query Patterns, And The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Compatibility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chosen format with your data processing tools and frameworks.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choice of data structure can significantly impact the efficiency and performance of your Hadoop-based data processing workflows.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241</TotalTime>
  <Words>1537</Words>
  <Application>Microsoft Office PowerPoint</Application>
  <PresentationFormat>On-screen Show (4:3)</PresentationFormat>
  <Paragraphs>152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Hadoop I/O</vt:lpstr>
      <vt:lpstr>Hadoop I/O – Data Integrity</vt:lpstr>
      <vt:lpstr>Hadoop I/O – Data Integrity</vt:lpstr>
      <vt:lpstr>Hadoop I/O – Data Integrity</vt:lpstr>
      <vt:lpstr>Hadoop I/O – Data Integrity</vt:lpstr>
      <vt:lpstr>Hadoop I/O - Compression</vt:lpstr>
      <vt:lpstr>Hadoop I/O - Compression</vt:lpstr>
      <vt:lpstr>Hadoop I/O - Compression</vt:lpstr>
      <vt:lpstr>Hadoop I/O - Compression</vt:lpstr>
      <vt:lpstr>Hadoop I/O - Serialization</vt:lpstr>
      <vt:lpstr>Hadoop I/O - Serialization</vt:lpstr>
      <vt:lpstr>Hadoop I/O - Serialization</vt:lpstr>
      <vt:lpstr>Hadoop I/O - Serialization</vt:lpstr>
      <vt:lpstr>Hadoop I/O – File Based Data Structures.</vt:lpstr>
      <vt:lpstr>Hadoop I/O – File Based Data Structures.</vt:lpstr>
      <vt:lpstr>Hadoop I/O – File Based Data Structures.</vt:lpstr>
      <vt:lpstr>Hadoop I/O – File Based Data Structures.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I/O</dc:title>
  <dc:creator>Yes</dc:creator>
  <cp:lastModifiedBy>MRUH</cp:lastModifiedBy>
  <cp:revision>88</cp:revision>
  <dcterms:created xsi:type="dcterms:W3CDTF">2006-08-16T00:00:00Z</dcterms:created>
  <dcterms:modified xsi:type="dcterms:W3CDTF">2023-09-05T05:42:46Z</dcterms:modified>
</cp:coreProperties>
</file>