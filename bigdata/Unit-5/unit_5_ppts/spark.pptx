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4" r:id="rId10"/>
    <p:sldId id="264" r:id="rId11"/>
    <p:sldId id="265" r:id="rId12"/>
    <p:sldId id="266" r:id="rId13"/>
    <p:sldId id="267" r:id="rId14"/>
    <p:sldId id="268" r:id="rId15"/>
    <p:sldId id="287" r:id="rId16"/>
    <p:sldId id="269" r:id="rId17"/>
    <p:sldId id="270" r:id="rId18"/>
    <p:sldId id="271" r:id="rId19"/>
    <p:sldId id="272" r:id="rId20"/>
    <p:sldId id="286" r:id="rId21"/>
    <p:sldId id="279" r:id="rId22"/>
    <p:sldId id="280" r:id="rId23"/>
    <p:sldId id="273" r:id="rId24"/>
    <p:sldId id="277" r:id="rId25"/>
    <p:sldId id="278" r:id="rId26"/>
    <p:sldId id="283" r:id="rId27"/>
    <p:sldId id="285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Apache Spark</a:t>
            </a:r>
            <a:endParaRPr lang="en-US" sz="4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UNIT- V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Apache Spark</a:t>
            </a:r>
            <a:endParaRPr lang="en-US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Spark is an open-source unified analytics engine for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Large-scale Data Processing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provides high-level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APIs in Java, Scala, Python, and 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an optimized engine that supports general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Execution Graphs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data analysis.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also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Supports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 rich set of higher-level tools including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Spark SQL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SQL And Data Frames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Pandas API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On Spark For Pandas Workloads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MLlib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Machine Learning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GraphX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Graph Processing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Structured Streaming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Incremental Computation And Stream Processing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Spark Is In Companies And Organizations For A Variety Of Data Processing Tasks:-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Warehousing And Analytics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can be used to build data warehouses and perform complex analytics on large datasets.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Machine Learning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provides a variety of machine learning libraries that can be used to train and deploy machine learning models.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Graph Processing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can be used to process and analyze large graphs.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Stream Processing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can be used to process and analyze streaming data in real time.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Benefits Of Using Apache Spark:-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Fast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is very fast at processing large datasets. It can be up to 100x faster than Hadoop for certain workloads.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Scalable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can scale to very large datasets and clusters.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Unified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provides a unified platform for batch processing, stream processing, SQL, machine learning, and graph processing.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Easy To 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has a simple and easy-to-use API.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Open Source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Spark is open source software, which means that it is free to use and modify.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Spark Architecture</a:t>
            </a:r>
            <a:endParaRPr lang="en-US" dirty="0"/>
          </a:p>
        </p:txBody>
      </p:sp>
      <p:pic>
        <p:nvPicPr>
          <p:cNvPr id="4" name="Content Placeholder 3" descr="apache_spark.PNG"/>
          <p:cNvPicPr>
            <a:picLocks noGrp="1" noChangeAspect="1"/>
          </p:cNvPicPr>
          <p:nvPr>
            <p:ph idx="1"/>
          </p:nvPr>
        </p:nvPicPr>
        <p:blipFill>
          <a:blip r:embed="rId2"/>
          <a:srcRect l="2371" t="5487" r="5173" b="1804"/>
          <a:stretch>
            <a:fillRect/>
          </a:stretch>
        </p:blipFill>
        <p:spPr>
          <a:xfrm>
            <a:off x="533400" y="1752599"/>
            <a:ext cx="7620000" cy="496454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Installation Steps</a:t>
            </a:r>
            <a:endParaRPr lang="en-US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5191"/>
            <a:ext cx="8458200" cy="508280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install Apache Spark, you will need to have the following prerequisites installed: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Java 8 Or Later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Scala 2.12 Or Later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you have the prerequisites installed, you can follow these steps to install Apache Spark: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Download the latest version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Apache Spark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the Apache Spark website.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Extract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Spark Archive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a desired location.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Set the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SPARK_HOME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environment variable to the directory where you extracted the Spark archive.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the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Spark Binaries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your PATH environment variable.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Verify the Spark installation by running the following command: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spark-shell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the Spark shell starts up successfully, then Spark is installed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Additional steps for Windows &amp; Cluster mode:-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Install Python (optional, if you want to use PySpark).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the WinUtils executable file to your PATH environment variable. 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WinUtils executable file can be found in the bin directory of the Spark archive.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Additional steps for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Cluster Mode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you want to use Spark in cluster mode, you will need to install a cluster manager such as Hadoop YARN or Apache Mesos.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you have a cluster manager installed, you can configure Spark to use it by setting the SPARK_MASTER environment variable to the address of the cluster manager.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configure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Spark To Use YARN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you would set the SPARK_MASTER environment variable to yarn-cluster.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configure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Spark To Use Mesos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you would set the SPARK_MASTER environment variable to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mesos://localhost:5050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you have configured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Spark To Use A Cluster Manager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you can start a Spark cluster by running the following command: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start-all.sh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will start the Spark driver and worker nodes.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the Spark cluster is started, you can submit Spark jobs to it using the spark-submit command.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submit a Spark job that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Reads A File From HDFS And Writes It To Another HDFS Location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you would run the following command: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spark-submit --master yarn-cluster --class your_class.YourClass your_jar_file.jar 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will submit the Spark job to the YARN cluster. The Spark job will then be executed on the cluster nodes.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Distributed Datasets - RDD</a:t>
            </a:r>
            <a:endParaRPr lang="en-US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1"/>
            <a:ext cx="8915400" cy="51054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Spark distributed datasets are a key feature of the Spark framework.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allow Spark to process large datasets in parallel across multiple nodes in a cluster.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makes Spark much faster than traditional data processing frameworks such as Hadoop.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Spark distributed datasets are called resilient distributed datasets (RDDs).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the fundamental data structure of Apache Spark.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RDDs are immutable, meaning that they cannot be changed once they are created.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makes them fault-tolerant, meaning that Spark can recover from node failures without losing data.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RDDs can be created from a variety of sources, including:-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External storage systems such as HDFS, Cassandra, and HBase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Existing Scala collections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Parallelized Java collections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an RDD is created, it can be transformed using a variety of operations, such as: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Applies a function to each element of the RDD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Reduce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Combines the elements of the RDD into a single value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Filter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Selects a subset of the elements of the RDD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Join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Combines two RDDs based on a common key.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RDDs can also be persisted in memory or on disk, which allows them to be reused across multiple operations.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significantly improve the performance of Spark applications.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is an example of a simple Spark application that uses RDDs to process a text file: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spark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5200"/>
            <a:ext cx="8260083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application will read the file file.txt from HDFS, split each line into words, and count the number of occurrences of each word.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word counts will then be reduced to a single value, which is the total number of words in the file.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Finally, the total word count will be printed to the console.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Spark distributed datasets are a powerful tool for processing large datasets in parallel.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are fault-tolerant, scalable, and easy to use.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Spark Distributed Datasets Are One Of The Reasons Why Spark Is Such A Popular Data Processing Framework.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Shared Variables</a:t>
            </a:r>
            <a:endParaRPr lang="en-US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Apache Spark provides two types of shared variables: 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Broadcast Variables 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Accumulators.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Broadcast Variables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used to cache a value in memory on all nodes in the cluster.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be useful for large values that need to be shared by many tasks, such as a lookup table or a machine learning model.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create a broadcast variable, you can use the SparkContext.broadcast() method.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Accumulators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are used to aggregate values across multiple tasks.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This can be useful for tasks such as counting the number of elements in an RDD or calculating the sum of the values in an RDD.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create an accumulator, you can use the SparkContext.accumulator() method.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Shared variables are important in Spark because they allow tasks to communicate with each other and share data.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be useful for a variety of tasks, such as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Machine Learning,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Graph Processing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Stream Processing.</a:t>
            </a:r>
            <a:endParaRPr lang="en-US" sz="20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>Here are some examples of how to use shared variables in Spark:</a:t>
            </a:r>
            <a:br>
              <a:rPr lang="en-US" sz="20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0" dirty="0" smtClean="0">
                <a:latin typeface="Times New Roman" pitchFamily="18" charset="0"/>
                <a:cs typeface="Times New Roman" pitchFamily="18" charset="0"/>
              </a:rPr>
              <a:t>Example 1: Using a broadcast variable to cache a lookup table</a:t>
            </a:r>
            <a:br>
              <a:rPr lang="en-US" sz="2000" b="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v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99" y="1676399"/>
            <a:ext cx="8610601" cy="3943785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 smtClean="0"/>
              <a:t>Example 2: Using an accumulator to count the number of elements in an RDD</a:t>
            </a:r>
            <a:br>
              <a:rPr lang="en-US" sz="2000" b="0" dirty="0" smtClean="0"/>
            </a:br>
            <a:r>
              <a:rPr lang="en-US" sz="2000" b="0" dirty="0" smtClean="0"/>
              <a:t/>
            </a:r>
            <a:br>
              <a:rPr lang="en-US" sz="2000" b="0" dirty="0" smtClean="0"/>
            </a:br>
            <a:endParaRPr lang="en-US" sz="2000" dirty="0"/>
          </a:p>
        </p:txBody>
      </p:sp>
      <p:pic>
        <p:nvPicPr>
          <p:cNvPr id="4" name="Content Placeholder 3" descr="v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676400"/>
            <a:ext cx="8785655" cy="34290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Shared variables can be a powerful tool for improving the performance and scalability of your Spark applications.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However, it is important to use them carefully, as they can also introduce overhead and complexity.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Here Are Some Tips For Using Shared Variables In Spark:-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broadcast variables - cache large values that need to be shared by many tasks.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accumulators - aggregate values across multiple tasks.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 careful not to overuse shared variables, as they can introduce overhead and complexity.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Consider using an alternative approach, such as RDD persistence, if you need to share data between tasks.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Anatomy Of Spark Job Run</a:t>
            </a:r>
            <a:endParaRPr lang="en-US" sz="3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Spark job run is a sequence of steps that Apache Spark takes to process data and produce results.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made up of three main components: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Driver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Cluster Manager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Executors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Driver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driver is the responsible for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Co-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rdinating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The Execution Of The Job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converts the user's code into a logical plan, which is then divided into smaller execution units called tasks.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driver then schedules these tasks to be executed on the executors.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Cluster Manager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cluster manager is responsible for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Managing The Resources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the Spark cluster.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allocates resources to the driver and executors, and it monitors their health.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cluster manager also handles failures, such as when an executor crashes.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Executors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executors are the ones that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Actually Execute The Tasks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run on the worker nodes in the cluster, and they are responsible for processing the data and producing results.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Anatomy Of A Spark Job Run:-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 Spark Job Run Typically Follows These Steps:-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user submits the Spark job to the cluster manager.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cluster manager allocates resources to the driver and executors.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driver converts the user's code into a logical plan and divides it into tasks.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driver schedules the tasks to be executed on the executors.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executors execute the tasks and produce results.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driver collects the results from the executors and returns them to the user.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job_run_cod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00200"/>
            <a:ext cx="5165628" cy="4953000"/>
          </a:xfrm>
        </p:spPr>
      </p:pic>
      <p:sp>
        <p:nvSpPr>
          <p:cNvPr id="5" name="TextBox 4"/>
          <p:cNvSpPr txBox="1"/>
          <p:nvPr/>
        </p:nvSpPr>
        <p:spPr>
          <a:xfrm>
            <a:off x="5486400" y="1905000"/>
            <a:ext cx="3429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job will read the input data from the file input.txt, count the number of words in the data, and save the results to the file output.txt.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natomy_spark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9126051" cy="68580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park_job_rub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26940"/>
          </a:xfrm>
        </p:spPr>
      </p:pic>
      <p:sp>
        <p:nvSpPr>
          <p:cNvPr id="5" name="TextBox 4"/>
          <p:cNvSpPr txBox="1"/>
          <p:nvPr/>
        </p:nvSpPr>
        <p:spPr>
          <a:xfrm>
            <a:off x="4648200" y="838200"/>
            <a:ext cx="2514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Spark Runs a job</a:t>
            </a:r>
            <a:endParaRPr lang="en-US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job_ru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TextBox 4"/>
          <p:cNvSpPr txBox="1"/>
          <p:nvPr/>
        </p:nvSpPr>
        <p:spPr>
          <a:xfrm>
            <a:off x="6858000" y="1752600"/>
            <a:ext cx="1981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stages and RDDs in a Spark job for calculating a histogram of word</a:t>
            </a:r>
          </a:p>
          <a:p>
            <a:r>
              <a:rPr lang="en-US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counts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Anatomy Of A Spark Job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Spark job is made up of a sequence of transformations and actions. Transformations are operations that create new RDDs from existing RDDs. Actions are operations that return results to the user.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RDD (Resilient Distributed Dataset) is a distributed collection of data elements. RDDs are partitioned across the worker nodes in the Spark cluster.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allows Spark to process large datasets in parallel.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Stages And Tasks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Spark job is divided into stages.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 stage is a group of tasks that can be executed independently of each other. Tasks are the smallest units of work in a Spark job.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Lazy Evaluation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Spark uses lazy evaluation.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means that Spark does not actually execute any transformations or actions until the user calls an action.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allows Spark to optimize the execution of the job.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Fault Tolerance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Spark is fault-tolerant.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means that if an executor fails, Spark can reschedule the tasks that were running on that executor to other executors.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ensures that the job will complete even if some of the executors fail.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Performance Optimization:-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Spark has a number of features that can be used to optimize the performance of jobs. These features include: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In-Memory Caching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Spark can cache RDDs in memory. This can improve the performance of jobs that need to access the same data multiple times.</a:t>
            </a:r>
          </a:p>
          <a:p>
            <a:pPr>
              <a:buFont typeface="Wingdings" pitchFamily="2" charset="2"/>
              <a:buChar char="ü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Partitioning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Spark can partition RDDs across the worker nodes in the cluster. This allows Spark to process large datasets in parallel.</a:t>
            </a:r>
          </a:p>
          <a:p>
            <a:pPr>
              <a:buFont typeface="Wingdings" pitchFamily="2" charset="2"/>
              <a:buChar char="ü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Narrow And Wide Transformations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 Spark distinguishes between narrow and wide transformations.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Narrow transformations can be executed without shuffling data between executors.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Wide transformations require data to be shuffled between executors.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Spark optimizes the execution plan of jobs to minimize the amount of shuffling.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131</TotalTime>
  <Words>1431</Words>
  <Application>Microsoft Office PowerPoint</Application>
  <PresentationFormat>On-screen Show (4:3)</PresentationFormat>
  <Paragraphs>210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Module</vt:lpstr>
      <vt:lpstr>Apache Spark</vt:lpstr>
      <vt:lpstr>Apache Spark</vt:lpstr>
      <vt:lpstr>Spark Is In Companies And Organizations For A Variety Of Data Processing Tasks:-</vt:lpstr>
      <vt:lpstr>Benefits Of Using Apache Spark:-</vt:lpstr>
      <vt:lpstr>Apache Spark Architecture</vt:lpstr>
      <vt:lpstr>Installation Steps</vt:lpstr>
      <vt:lpstr>Additional steps for Windows &amp; Cluster mode:-</vt:lpstr>
      <vt:lpstr>Slide 8</vt:lpstr>
      <vt:lpstr>Slide 9</vt:lpstr>
      <vt:lpstr>Distributed Datasets - RDD</vt:lpstr>
      <vt:lpstr>Slide 11</vt:lpstr>
      <vt:lpstr>Slide 12</vt:lpstr>
      <vt:lpstr>Slide 13</vt:lpstr>
      <vt:lpstr>Shared Variables</vt:lpstr>
      <vt:lpstr>Slide 15</vt:lpstr>
      <vt:lpstr>Here are some examples of how to use shared variables in Spark:  Example 1: Using a broadcast variable to cache a lookup table </vt:lpstr>
      <vt:lpstr>Example 2: Using an accumulator to count the number of elements in an RDD  </vt:lpstr>
      <vt:lpstr>Slide 18</vt:lpstr>
      <vt:lpstr>Anatomy Of Spark Job Run</vt:lpstr>
      <vt:lpstr>Slide 20</vt:lpstr>
      <vt:lpstr>Anatomy Of A Spark Job Run:-</vt:lpstr>
      <vt:lpstr>Slide 22</vt:lpstr>
      <vt:lpstr>Slide 23</vt:lpstr>
      <vt:lpstr>Slide 24</vt:lpstr>
      <vt:lpstr>Slide 25</vt:lpstr>
      <vt:lpstr>Slide 26</vt:lpstr>
      <vt:lpstr>Slide 27</vt:lpstr>
      <vt:lpstr>Performance Optimization:-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</dc:title>
  <dc:creator>Yes</dc:creator>
  <cp:lastModifiedBy>Windows User</cp:lastModifiedBy>
  <cp:revision>52</cp:revision>
  <dcterms:created xsi:type="dcterms:W3CDTF">2006-08-16T00:00:00Z</dcterms:created>
  <dcterms:modified xsi:type="dcterms:W3CDTF">2023-11-10T00:08:22Z</dcterms:modified>
</cp:coreProperties>
</file>