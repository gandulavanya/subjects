
<file path=[Content_Types].xml><?xml version="1.0" encoding="utf-8"?>
<Types xmlns="http://schemas.openxmlformats.org/package/2006/content-types"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19.xml" ContentType="application/vnd.openxmlformats-officedocument.presentationml.slide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Default Extension="png" ContentType="image/png"/>
  <Override PartName="/ppt/slideMasters/slideMaster1.xml" ContentType="application/vnd.openxmlformats-officedocument.presentationml.slideMaster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presProps.xml" ContentType="application/vnd.openxmlformats-officedocument.presentationml.presProps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theme/theme1.xml" ContentType="application/vnd.openxmlformats-officedocument.theme+xml"/>
  <Default Extension="jpeg" ContentType="image/jpeg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Layouts/slideLayout1.xml" ContentType="application/vnd.openxmlformats-officedocument.presentationml.slideLayout+xml"/>
  <Override PartName="/docProps/app.xml" ContentType="application/vnd.openxmlformats-officedocument.extended-properties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20.xml" ContentType="application/vnd.openxmlformats-officedocument.presentationml.slide+xml"/>
  <Override PartName="/ppt/tableStyles.xml" ContentType="application/vnd.openxmlformats-officedocument.presentationml.tableStyles+xml"/>
  <Override PartName="/ppt/slideLayouts/slideLayout1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viewProps.xml" ContentType="application/vnd.openxmlformats-officedocument.presentationml.viewProps+xml"/>
  <Override PartName="/ppt/slideLayouts/slideLayout9.xml" ContentType="application/vnd.openxmlformats-officedocument.presentationml.slideLayout+xml"/>
  <Override PartName="/docProps/core.xml" ContentType="application/vnd.openxmlformats-package.core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sldIdLst>
    <p:sldId id="256" r:id="rId2"/>
    <p:sldId id="257" r:id="rId3"/>
    <p:sldId id="275" r:id="rId4"/>
    <p:sldId id="258" r:id="rId5"/>
    <p:sldId id="259" r:id="rId6"/>
    <p:sldId id="276" r:id="rId7"/>
    <p:sldId id="260" r:id="rId8"/>
    <p:sldId id="261" r:id="rId9"/>
    <p:sldId id="262" r:id="rId10"/>
    <p:sldId id="263" r:id="rId11"/>
    <p:sldId id="264" r:id="rId12"/>
    <p:sldId id="267" r:id="rId13"/>
    <p:sldId id="268" r:id="rId14"/>
    <p:sldId id="269" r:id="rId15"/>
    <p:sldId id="270" r:id="rId16"/>
    <p:sldId id="277" r:id="rId17"/>
    <p:sldId id="278" r:id="rId18"/>
    <p:sldId id="279" r:id="rId19"/>
    <p:sldId id="280" r:id="rId20"/>
    <p:sldId id="281" r:id="rId21"/>
  </p:sldIdLst>
  <p:sldSz cx="9144000" cy="6858000" type="screen4x3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showOutlineIcons="0">
    <p:restoredLeft sz="15620"/>
    <p:restoredTop sz="94660"/>
  </p:normalViewPr>
  <p:slideViewPr>
    <p:cSldViewPr>
      <p:cViewPr varScale="1">
        <p:scale>
          <a:sx n="68" d="100"/>
          <a:sy n="68" d="100"/>
        </p:scale>
        <p:origin x="-822" y="-96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8028800" cy="780288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viewProps" Target="view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bg>
      <p:bgRef idx="1002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/>
          <p:nvPr/>
        </p:nvSpPr>
        <p:spPr>
          <a:xfrm flipH="1">
            <a:off x="2667000" y="0"/>
            <a:ext cx="6477000" cy="6858000"/>
          </a:xfrm>
          <a:prstGeom prst="rect">
            <a:avLst/>
          </a:prstGeom>
          <a:blipFill>
            <a:blip r:embed="rId2">
              <a:alphaModFix amt="43000"/>
            </a:blip>
            <a:tile tx="0" ty="0" sx="50000" sy="50000" flip="none" algn="tl"/>
          </a:blipFill>
          <a:ln w="0" cap="flat" cmpd="sng" algn="ctr">
            <a:noFill/>
            <a:prstDash val="solid"/>
          </a:ln>
          <a:effectLst>
            <a:fillOverlay blend="mult">
              <a:gradFill rotWithShape="1">
                <a:gsLst>
                  <a:gs pos="0">
                    <a:schemeClr val="tx2">
                      <a:tint val="62000"/>
                      <a:satMod val="420000"/>
                    </a:schemeClr>
                  </a:gs>
                  <a:gs pos="100000">
                    <a:schemeClr val="tx2">
                      <a:shade val="20000"/>
                      <a:satMod val="170000"/>
                    </a:schemeClr>
                  </a:gs>
                </a:gsLst>
                <a:path path="circle">
                  <a:fillToRect l="50000" t="100000" r="50000"/>
                </a:path>
                <a:tileRect/>
              </a:gradFill>
            </a:fillOverlay>
            <a:innerShdw blurRad="63500" dist="44450" dir="10800000">
              <a:srgbClr val="000000">
                <a:alpha val="50000"/>
              </a:srgbClr>
            </a:innerShdw>
          </a:effectLst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>
            <a:extLst/>
          </a:lstStyle>
          <a:p>
            <a:pPr algn="ctr" eaLnBrk="1" latinLnBrk="0" hangingPunct="1"/>
            <a:endParaRPr kumimoji="0" lang="en-US"/>
          </a:p>
        </p:txBody>
      </p:sp>
      <p:sp>
        <p:nvSpPr>
          <p:cNvPr id="9" name="Straight Connector 8"/>
          <p:cNvSpPr>
            <a:spLocks noChangeShapeType="1"/>
          </p:cNvSpPr>
          <p:nvPr/>
        </p:nvSpPr>
        <p:spPr bwMode="auto">
          <a:xfrm rot="16200000">
            <a:off x="-762000" y="3429000"/>
            <a:ext cx="6858000" cy="0"/>
          </a:xfrm>
          <a:prstGeom prst="line">
            <a:avLst/>
          </a:prstGeom>
          <a:noFill/>
          <a:ln w="11430" cap="flat" cmpd="sng" algn="ctr">
            <a:solidFill>
              <a:schemeClr val="bg1">
                <a:shade val="95000"/>
              </a:schemeClr>
            </a:solidFill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>
            <a:extLst/>
          </a:lstStyle>
          <a:p>
            <a:endParaRPr kumimoji="0" lang="en-US"/>
          </a:p>
        </p:txBody>
      </p:sp>
      <p:sp>
        <p:nvSpPr>
          <p:cNvPr id="12" name="Title 11"/>
          <p:cNvSpPr>
            <a:spLocks noGrp="1"/>
          </p:cNvSpPr>
          <p:nvPr>
            <p:ph type="ctrTitle"/>
          </p:nvPr>
        </p:nvSpPr>
        <p:spPr>
          <a:xfrm>
            <a:off x="3366868" y="533400"/>
            <a:ext cx="5105400" cy="2868168"/>
          </a:xfrm>
        </p:spPr>
        <p:txBody>
          <a:bodyPr lIns="45720" tIns="0" rIns="45720">
            <a:noAutofit/>
          </a:bodyPr>
          <a:lstStyle>
            <a:lvl1pPr algn="r">
              <a:defRPr sz="4200" b="1"/>
            </a:lvl1pPr>
            <a:extLst/>
          </a:lstStyle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25" name="Subtitle 24"/>
          <p:cNvSpPr>
            <a:spLocks noGrp="1"/>
          </p:cNvSpPr>
          <p:nvPr>
            <p:ph type="subTitle" idx="1"/>
          </p:nvPr>
        </p:nvSpPr>
        <p:spPr>
          <a:xfrm>
            <a:off x="3354442" y="3539864"/>
            <a:ext cx="5114778" cy="1101248"/>
          </a:xfrm>
        </p:spPr>
        <p:txBody>
          <a:bodyPr lIns="45720" tIns="0" rIns="45720" bIns="0"/>
          <a:lstStyle>
            <a:lvl1pPr marL="0" indent="0" algn="r">
              <a:buNone/>
              <a:defRPr sz="2200">
                <a:solidFill>
                  <a:srgbClr val="FFFFFF"/>
                </a:solidFill>
                <a:effectLst/>
              </a:defRPr>
            </a:lvl1pPr>
            <a:lvl2pPr marL="457200" indent="0" algn="ctr">
              <a:buNone/>
            </a:lvl2pPr>
            <a:lvl3pPr marL="914400" indent="0" algn="ctr">
              <a:buNone/>
            </a:lvl3pPr>
            <a:lvl4pPr marL="1371600" indent="0" algn="ctr">
              <a:buNone/>
            </a:lvl4pPr>
            <a:lvl5pPr marL="1828800" indent="0" algn="ctr">
              <a:buNone/>
            </a:lvl5pPr>
            <a:lvl6pPr marL="2286000" indent="0" algn="ctr">
              <a:buNone/>
            </a:lvl6pPr>
            <a:lvl7pPr marL="2743200" indent="0" algn="ctr">
              <a:buNone/>
            </a:lvl7pPr>
            <a:lvl8pPr marL="3200400" indent="0" algn="ctr">
              <a:buNone/>
            </a:lvl8pPr>
            <a:lvl9pPr marL="3657600" indent="0" algn="ctr">
              <a:buNone/>
            </a:lvl9pPr>
            <a:extLst/>
          </a:lstStyle>
          <a:p>
            <a:r>
              <a:rPr kumimoji="0" lang="en-US" smtClean="0"/>
              <a:t>Click to edit Master subtitle style</a:t>
            </a:r>
            <a:endParaRPr kumimoji="0" lang="en-US"/>
          </a:p>
        </p:txBody>
      </p:sp>
      <p:sp>
        <p:nvSpPr>
          <p:cNvPr id="31" name="Date Placeholder 30"/>
          <p:cNvSpPr>
            <a:spLocks noGrp="1"/>
          </p:cNvSpPr>
          <p:nvPr>
            <p:ph type="dt" sz="half" idx="10"/>
          </p:nvPr>
        </p:nvSpPr>
        <p:spPr>
          <a:xfrm>
            <a:off x="5871224" y="6557946"/>
            <a:ext cx="2002464" cy="226902"/>
          </a:xfrm>
        </p:spPr>
        <p:txBody>
          <a:bodyPr/>
          <a:lstStyle>
            <a:lvl1pPr>
              <a:defRPr lang="en-US" smtClean="0">
                <a:solidFill>
                  <a:srgbClr val="FFFFFF"/>
                </a:solidFill>
              </a:defRPr>
            </a:lvl1pPr>
            <a:extLst/>
          </a:lstStyle>
          <a:p>
            <a:fld id="{1D8BD707-D9CF-40AE-B4C6-C98DA3205C09}" type="datetimeFigureOut">
              <a:rPr lang="en-US" smtClean="0"/>
              <a:pPr/>
              <a:t>11/12/2023</a:t>
            </a:fld>
            <a:endParaRPr lang="en-US"/>
          </a:p>
        </p:txBody>
      </p:sp>
      <p:sp>
        <p:nvSpPr>
          <p:cNvPr id="18" name="Footer Placeholder 17"/>
          <p:cNvSpPr>
            <a:spLocks noGrp="1"/>
          </p:cNvSpPr>
          <p:nvPr>
            <p:ph type="ftr" sz="quarter" idx="11"/>
          </p:nvPr>
        </p:nvSpPr>
        <p:spPr>
          <a:xfrm>
            <a:off x="2819400" y="6557946"/>
            <a:ext cx="2927722" cy="228600"/>
          </a:xfrm>
        </p:spPr>
        <p:txBody>
          <a:bodyPr/>
          <a:lstStyle>
            <a:lvl1pPr>
              <a:defRPr lang="en-US" dirty="0">
                <a:solidFill>
                  <a:srgbClr val="FFFFFF"/>
                </a:solidFill>
              </a:defRPr>
            </a:lvl1pPr>
            <a:extLst/>
          </a:lstStyle>
          <a:p>
            <a:endParaRPr lang="en-US"/>
          </a:p>
        </p:txBody>
      </p:sp>
      <p:sp>
        <p:nvSpPr>
          <p:cNvPr id="29" name="Slide Number Placeholder 28"/>
          <p:cNvSpPr>
            <a:spLocks noGrp="1"/>
          </p:cNvSpPr>
          <p:nvPr>
            <p:ph type="sldNum" sz="quarter" idx="12"/>
          </p:nvPr>
        </p:nvSpPr>
        <p:spPr>
          <a:xfrm>
            <a:off x="7880884" y="6556248"/>
            <a:ext cx="588336" cy="228600"/>
          </a:xfrm>
        </p:spPr>
        <p:txBody>
          <a:bodyPr/>
          <a:lstStyle>
            <a:lvl1pPr>
              <a:defRPr lang="en-US" smtClean="0">
                <a:solidFill>
                  <a:srgbClr val="FFFFFF"/>
                </a:solidFill>
              </a:defRPr>
            </a:lvl1pPr>
            <a:extLst/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extLst/>
          </a:lstStyle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>
            <a:extLst/>
          </a:lstStyle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extLst/>
          </a:lstStyle>
          <a:p>
            <a:fld id="{1D8BD707-D9CF-40AE-B4C6-C98DA3205C09}" type="datetimeFigureOut">
              <a:rPr lang="en-US" smtClean="0"/>
              <a:pPr/>
              <a:t>11/12/2023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extLst/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extLst/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66800" y="2821837"/>
            <a:ext cx="6255488" cy="1362075"/>
          </a:xfrm>
        </p:spPr>
        <p:txBody>
          <a:bodyPr tIns="0" anchor="t"/>
          <a:lstStyle>
            <a:lvl1pPr algn="r">
              <a:buNone/>
              <a:defRPr sz="4200" b="1" cap="all"/>
            </a:lvl1pPr>
            <a:extLst/>
          </a:lstStyle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66800" y="1905000"/>
            <a:ext cx="6255488" cy="743507"/>
          </a:xfrm>
        </p:spPr>
        <p:txBody>
          <a:bodyPr anchor="b"/>
          <a:lstStyle>
            <a:lvl1pPr marL="0" indent="0" algn="r">
              <a:buNone/>
              <a:defRPr sz="2000">
                <a:solidFill>
                  <a:schemeClr val="tx1"/>
                </a:solidFill>
                <a:effectLst/>
              </a:defRPr>
            </a:lvl1pPr>
            <a:lvl2pPr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extLst/>
          </a:lstStyle>
          <a:p>
            <a:pPr lvl="0" eaLnBrk="1" latinLnBrk="0" hangingPunct="1"/>
            <a:r>
              <a:rPr kumimoji="0"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4724238" y="6556810"/>
            <a:ext cx="2002464" cy="226902"/>
          </a:xfrm>
        </p:spPr>
        <p:txBody>
          <a:bodyPr bIns="0" anchor="b"/>
          <a:lstStyle>
            <a:lvl1pPr>
              <a:defRPr>
                <a:solidFill>
                  <a:schemeClr val="tx2"/>
                </a:solidFill>
              </a:defRPr>
            </a:lvl1pPr>
            <a:extLst/>
          </a:lstStyle>
          <a:p>
            <a:fld id="{1D8BD707-D9CF-40AE-B4C6-C98DA3205C09}" type="datetimeFigureOut">
              <a:rPr lang="en-US" smtClean="0"/>
              <a:pPr/>
              <a:t>11/12/2023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1735358" y="6556810"/>
            <a:ext cx="2895600" cy="228600"/>
          </a:xfrm>
        </p:spPr>
        <p:txBody>
          <a:bodyPr bIns="0" anchor="b"/>
          <a:lstStyle>
            <a:lvl1pPr>
              <a:defRPr>
                <a:solidFill>
                  <a:schemeClr val="tx2"/>
                </a:solidFill>
              </a:defRPr>
            </a:lvl1pPr>
            <a:extLst/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6733952" y="6555112"/>
            <a:ext cx="588336" cy="228600"/>
          </a:xfrm>
        </p:spPr>
        <p:txBody>
          <a:bodyPr/>
          <a:lstStyle>
            <a:extLst/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320040"/>
            <a:ext cx="7242048" cy="1143000"/>
          </a:xfrm>
        </p:spPr>
        <p:txBody>
          <a:bodyPr/>
          <a:lstStyle>
            <a:extLst/>
          </a:lstStyle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3520440" cy="4525963"/>
          </a:xfrm>
        </p:spPr>
        <p:txBody>
          <a:bodyPr anchor="t"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extLst/>
          </a:lstStyle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178808" y="1600200"/>
            <a:ext cx="3520440" cy="4525963"/>
          </a:xfrm>
        </p:spPr>
        <p:txBody>
          <a:bodyPr anchor="t"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extLst/>
          </a:lstStyle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extLst/>
          </a:lstStyle>
          <a:p>
            <a:fld id="{1D8BD707-D9CF-40AE-B4C6-C98DA3205C09}" type="datetimeFigureOut">
              <a:rPr lang="en-US" smtClean="0"/>
              <a:pPr/>
              <a:t>11/12/2023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extLst/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extLst/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320040"/>
            <a:ext cx="7242048" cy="1143000"/>
          </a:xfrm>
        </p:spPr>
        <p:txBody>
          <a:bodyPr anchor="b"/>
          <a:lstStyle>
            <a:lvl1pPr>
              <a:defRPr/>
            </a:lvl1pPr>
            <a:extLst/>
          </a:lstStyle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5867400"/>
            <a:ext cx="3520440" cy="457200"/>
          </a:xfrm>
          <a:noFill/>
          <a:ln w="12700" cap="flat" cmpd="sng" algn="ctr">
            <a:solidFill>
              <a:schemeClr val="tx2"/>
            </a:solidFill>
            <a:prstDash val="solid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>
            <a:lvl1pPr marL="0" indent="0" algn="ctr">
              <a:buNone/>
              <a:defRPr sz="1800" b="1">
                <a:solidFill>
                  <a:schemeClr val="tx2"/>
                </a:solidFill>
                <a:effectLst/>
              </a:defRPr>
            </a:lvl1pPr>
            <a:lvl2pPr>
              <a:buNone/>
              <a:defRPr sz="2000" b="1"/>
            </a:lvl2pPr>
            <a:lvl3pPr>
              <a:buNone/>
              <a:defRPr sz="1800" b="1"/>
            </a:lvl3pPr>
            <a:lvl4pPr>
              <a:buNone/>
              <a:defRPr sz="1600" b="1"/>
            </a:lvl4pPr>
            <a:lvl5pPr>
              <a:buNone/>
              <a:defRPr sz="1600" b="1"/>
            </a:lvl5pPr>
            <a:extLst/>
          </a:lstStyle>
          <a:p>
            <a:pPr lvl="0" eaLnBrk="1" latinLnBrk="0" hangingPunct="1"/>
            <a:r>
              <a:rPr kumimoji="0" lang="en-US" smtClean="0"/>
              <a:t>Click to edit Master text styles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3"/>
          </p:nvPr>
        </p:nvSpPr>
        <p:spPr>
          <a:xfrm>
            <a:off x="4178808" y="5867400"/>
            <a:ext cx="3520440" cy="457200"/>
          </a:xfrm>
          <a:noFill/>
          <a:ln w="12700" cap="flat" cmpd="sng" algn="ctr">
            <a:solidFill>
              <a:schemeClr val="tx2"/>
            </a:solidFill>
            <a:prstDash val="solid"/>
          </a:ln>
          <a:effectLst/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anchor="ctr"/>
          <a:lstStyle>
            <a:lvl1pPr marL="0" indent="0" algn="ctr">
              <a:buNone/>
              <a:defRPr sz="1800" b="1">
                <a:solidFill>
                  <a:schemeClr val="tx2"/>
                </a:solidFill>
                <a:effectLst/>
              </a:defRPr>
            </a:lvl1pPr>
            <a:lvl2pPr>
              <a:buNone/>
              <a:defRPr sz="2000" b="1"/>
            </a:lvl2pPr>
            <a:lvl3pPr>
              <a:buNone/>
              <a:defRPr sz="1800" b="1"/>
            </a:lvl3pPr>
            <a:lvl4pPr>
              <a:buNone/>
              <a:defRPr sz="1600" b="1"/>
            </a:lvl4pPr>
            <a:lvl5pPr>
              <a:buNone/>
              <a:defRPr sz="1600" b="1"/>
            </a:lvl5pPr>
            <a:extLst/>
          </a:lstStyle>
          <a:p>
            <a:pPr lvl="0" eaLnBrk="1" latinLnBrk="0" hangingPunct="1"/>
            <a:r>
              <a:rPr kumimoji="0" lang="en-US" smtClean="0"/>
              <a:t>Click to edit Master text styles</a:t>
            </a:r>
          </a:p>
        </p:txBody>
      </p:sp>
      <p:sp>
        <p:nvSpPr>
          <p:cNvPr id="5" name="Content Placeholder 4"/>
          <p:cNvSpPr>
            <a:spLocks noGrp="1"/>
          </p:cNvSpPr>
          <p:nvPr>
            <p:ph sz="quarter" idx="2"/>
          </p:nvPr>
        </p:nvSpPr>
        <p:spPr>
          <a:xfrm>
            <a:off x="457200" y="1711840"/>
            <a:ext cx="3520440" cy="4114800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extLst/>
          </a:lstStyle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178808" y="1711840"/>
            <a:ext cx="3520440" cy="4114800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extLst/>
          </a:lstStyle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extLst/>
          </a:lstStyle>
          <a:p>
            <a:fld id="{1D8BD707-D9CF-40AE-B4C6-C98DA3205C09}" type="datetimeFigureOut">
              <a:rPr lang="en-US" smtClean="0"/>
              <a:pPr/>
              <a:t>11/12/2023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extLst/>
          </a:lstStyle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extLst/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320040"/>
            <a:ext cx="7242048" cy="1143000"/>
          </a:xfrm>
        </p:spPr>
        <p:txBody>
          <a:bodyPr/>
          <a:lstStyle>
            <a:extLst/>
          </a:lstStyle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extLst/>
          </a:lstStyle>
          <a:p>
            <a:fld id="{1D8BD707-D9CF-40AE-B4C6-C98DA3205C09}" type="datetimeFigureOut">
              <a:rPr lang="en-US" smtClean="0"/>
              <a:pPr/>
              <a:t>11/12/2023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extLst/>
          </a:lstStyle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extLst/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  <a:extLst/>
          </a:lstStyle>
          <a:p>
            <a:fld id="{1D8BD707-D9CF-40AE-B4C6-C98DA3205C09}" type="datetimeFigureOut">
              <a:rPr lang="en-US" smtClean="0"/>
              <a:pPr/>
              <a:t>11/12/2023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  <a:extLst/>
          </a:lstStyle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extLst/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28600"/>
            <a:ext cx="5897880" cy="1173480"/>
          </a:xfrm>
        </p:spPr>
        <p:txBody>
          <a:bodyPr wrap="square" anchor="b"/>
          <a:lstStyle>
            <a:lvl1pPr algn="l">
              <a:buNone/>
              <a:defRPr lang="en-US" sz="2400" baseline="0" smtClean="0"/>
            </a:lvl1pPr>
            <a:extLst/>
          </a:lstStyle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2"/>
          </p:nvPr>
        </p:nvSpPr>
        <p:spPr>
          <a:xfrm>
            <a:off x="457200" y="1497416"/>
            <a:ext cx="5897880" cy="602512"/>
          </a:xfrm>
        </p:spPr>
        <p:txBody>
          <a:bodyPr rot="0" spcFirstLastPara="0" vertOverflow="overflow" horzOverflow="overflow" vert="horz" wrap="square" lIns="45720" tIns="0" rIns="0" bIns="0" numCol="1" spcCol="0" rtlCol="0" fromWordArt="0" anchor="t" anchorCtr="0" forceAA="0" compatLnSpc="1">
            <a:normAutofit/>
          </a:bodyPr>
          <a:lstStyle>
            <a:lvl1pPr marL="0" indent="0">
              <a:spcBef>
                <a:spcPts val="0"/>
              </a:spcBef>
              <a:spcAft>
                <a:spcPts val="0"/>
              </a:spcAft>
              <a:buNone/>
              <a:defRPr sz="1400"/>
            </a:lvl1pPr>
            <a:lvl2pPr>
              <a:buNone/>
              <a:defRPr sz="1200"/>
            </a:lvl2pPr>
            <a:lvl3pPr>
              <a:buNone/>
              <a:defRPr sz="1000"/>
            </a:lvl3pPr>
            <a:lvl4pPr>
              <a:buNone/>
              <a:defRPr sz="900"/>
            </a:lvl4pPr>
            <a:lvl5pPr>
              <a:buNone/>
              <a:defRPr sz="900"/>
            </a:lvl5pPr>
            <a:extLst/>
          </a:lstStyle>
          <a:p>
            <a:pPr lvl="0" eaLnBrk="1" latinLnBrk="0" hangingPunct="1"/>
            <a:r>
              <a:rPr kumimoji="0"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1"/>
          </p:nvPr>
        </p:nvSpPr>
        <p:spPr>
          <a:xfrm>
            <a:off x="457200" y="2133600"/>
            <a:ext cx="7239000" cy="4371752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extLst/>
          </a:lstStyle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extLst/>
          </a:lstStyle>
          <a:p>
            <a:fld id="{1D8BD707-D9CF-40AE-B4C6-C98DA3205C09}" type="datetimeFigureOut">
              <a:rPr lang="en-US" smtClean="0"/>
              <a:pPr/>
              <a:t>11/12/2023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extLst/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extLst/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Picture with Caption">
    <p:bg>
      <p:bgRef idx="1002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/>
          <p:nvPr/>
        </p:nvSpPr>
        <p:spPr>
          <a:xfrm rot="21240000">
            <a:off x="597968" y="1004668"/>
            <a:ext cx="4319527" cy="4312573"/>
          </a:xfrm>
          <a:prstGeom prst="rect">
            <a:avLst/>
          </a:prstGeom>
          <a:solidFill>
            <a:srgbClr val="FAFAFA"/>
          </a:solidFill>
          <a:ln w="1270" cap="rnd" cmpd="sng" algn="ctr">
            <a:solidFill>
              <a:srgbClr val="EAEAEA"/>
            </a:solidFill>
            <a:prstDash val="solid"/>
          </a:ln>
          <a:effectLst>
            <a:outerShdw blurRad="25000" dist="12700" dir="5400000" algn="t" rotWithShape="0">
              <a:srgbClr val="000000">
                <a:alpha val="40000"/>
              </a:srgbClr>
            </a:outerShdw>
          </a:effectLst>
        </p:spPr>
        <p:style>
          <a:lnRef idx="2">
            <a:schemeClr val="accent1"/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extLst/>
          </a:lstStyle>
          <a:p>
            <a:pPr algn="ctr" eaLnBrk="1" latinLnBrk="0" hangingPunct="1"/>
            <a:endParaRPr kumimoji="0" lang="en-US"/>
          </a:p>
        </p:txBody>
      </p:sp>
      <p:sp>
        <p:nvSpPr>
          <p:cNvPr id="9" name="Rectangle 8"/>
          <p:cNvSpPr/>
          <p:nvPr/>
        </p:nvSpPr>
        <p:spPr>
          <a:xfrm rot="21420000">
            <a:off x="596706" y="998816"/>
            <a:ext cx="4319527" cy="4312573"/>
          </a:xfrm>
          <a:prstGeom prst="rect">
            <a:avLst/>
          </a:prstGeom>
          <a:solidFill>
            <a:srgbClr val="FAFAFA"/>
          </a:solidFill>
          <a:ln w="1270" cap="rnd" cmpd="sng" algn="ctr">
            <a:solidFill>
              <a:srgbClr val="EAEAEA"/>
            </a:solidFill>
            <a:prstDash val="solid"/>
          </a:ln>
          <a:effectLst>
            <a:outerShdw blurRad="28000" dist="12700" dir="5400000" algn="tl" rotWithShape="0">
              <a:srgbClr val="000000">
                <a:alpha val="40000"/>
              </a:srgbClr>
            </a:outerShdw>
          </a:effectLst>
        </p:spPr>
        <p:style>
          <a:lnRef idx="2">
            <a:schemeClr val="accent1"/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extLst/>
          </a:lstStyle>
          <a:p>
            <a:pPr algn="ctr" eaLnBrk="1" latinLnBrk="0" hangingPunct="1"/>
            <a:endParaRPr kumimoji="0"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389098" y="1143000"/>
            <a:ext cx="3429000" cy="2057400"/>
          </a:xfrm>
        </p:spPr>
        <p:txBody>
          <a:bodyPr vert="horz" anchor="b"/>
          <a:lstStyle>
            <a:lvl1pPr algn="l">
              <a:buNone/>
              <a:defRPr sz="3000" b="1" baseline="0">
                <a:ln w="500">
                  <a:solidFill>
                    <a:schemeClr val="tx2">
                      <a:shade val="10000"/>
                      <a:satMod val="135000"/>
                    </a:schemeClr>
                  </a:solidFill>
                </a:ln>
                <a:gradFill>
                  <a:gsLst>
                    <a:gs pos="0">
                      <a:schemeClr val="accent4">
                        <a:tint val="13000"/>
                      </a:schemeClr>
                    </a:gs>
                    <a:gs pos="10000">
                      <a:schemeClr val="accent4">
                        <a:tint val="20000"/>
                      </a:schemeClr>
                    </a:gs>
                    <a:gs pos="49000">
                      <a:schemeClr val="accent4">
                        <a:tint val="70000"/>
                      </a:schemeClr>
                    </a:gs>
                    <a:gs pos="50000">
                      <a:schemeClr val="accent4">
                        <a:tint val="97000"/>
                      </a:schemeClr>
                    </a:gs>
                    <a:gs pos="100000">
                      <a:schemeClr val="accent4">
                        <a:tint val="20000"/>
                      </a:schemeClr>
                    </a:gs>
                  </a:gsLst>
                  <a:lin ang="5400000" scaled="1"/>
                </a:gradFill>
                <a:effectLst/>
              </a:defRPr>
            </a:lvl1pPr>
            <a:extLst/>
          </a:lstStyle>
          <a:p>
            <a:r>
              <a:rPr kumimoji="0" lang="en-US" smtClean="0"/>
              <a:t>Click to edit Master title style</a:t>
            </a:r>
            <a:endParaRPr kumimoji="0"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5389098" y="3283634"/>
            <a:ext cx="3429000" cy="1920240"/>
          </a:xfrm>
        </p:spPr>
        <p:txBody>
          <a:bodyPr rot="0" spcFirstLastPara="0" vertOverflow="overflow" horzOverflow="overflow" vert="horz" wrap="square" lIns="82296" tIns="0" rIns="0" bIns="0" numCol="1" spcCol="0" rtlCol="0" fromWordArt="0" anchor="t" anchorCtr="0" forceAA="0" compatLnSpc="1">
            <a:norm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FontTx/>
              <a:buNone/>
              <a:defRPr sz="1400" baseline="0">
                <a:solidFill>
                  <a:schemeClr val="tx1"/>
                </a:solidFill>
              </a:defRPr>
            </a:lvl1pPr>
            <a:lvl2pPr>
              <a:defRPr sz="1200"/>
            </a:lvl2pPr>
            <a:lvl3pPr>
              <a:defRPr sz="1000"/>
            </a:lvl3pPr>
            <a:lvl4pPr>
              <a:defRPr sz="900"/>
            </a:lvl4pPr>
            <a:lvl5pPr>
              <a:defRPr sz="900"/>
            </a:lvl5pPr>
            <a:extLst/>
          </a:lstStyle>
          <a:p>
            <a:pPr marL="0" marR="0" lvl="0" indent="0" algn="l" defTabSz="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tx2"/>
              </a:buClr>
              <a:buSzPct val="73000"/>
              <a:buFontTx/>
              <a:buNone/>
              <a:tabLst/>
              <a:defRPr/>
            </a:pPr>
            <a:r>
              <a:rPr kumimoji="0"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extLst/>
          </a:lstStyle>
          <a:p>
            <a:fld id="{1D8BD707-D9CF-40AE-B4C6-C98DA3205C09}" type="datetimeFigureOut">
              <a:rPr lang="en-US" smtClean="0"/>
              <a:pPr/>
              <a:t>11/12/2023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extLst/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extLst/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10" name="Picture Placeholder 9"/>
          <p:cNvSpPr>
            <a:spLocks noGrp="1"/>
          </p:cNvSpPr>
          <p:nvPr>
            <p:ph type="pic" idx="1"/>
          </p:nvPr>
        </p:nvSpPr>
        <p:spPr>
          <a:xfrm>
            <a:off x="663682" y="1041002"/>
            <a:ext cx="4206240" cy="4206240"/>
          </a:xfrm>
          <a:solidFill>
            <a:schemeClr val="bg2">
              <a:shade val="50000"/>
            </a:schemeClr>
          </a:solidFill>
          <a:ln w="107950">
            <a:solidFill>
              <a:srgbClr val="FFFFFF"/>
            </a:solidFill>
            <a:miter lim="800000"/>
          </a:ln>
          <a:effectLst>
            <a:outerShdw blurRad="44450" dist="3810" dir="5400000" algn="tl" rotWithShape="0">
              <a:srgbClr val="000000">
                <a:alpha val="60000"/>
              </a:srgbClr>
            </a:outerShdw>
          </a:effectLst>
          <a:scene3d>
            <a:camera prst="orthographicFront"/>
            <a:lightRig rig="threePt" dir="t"/>
          </a:scene3d>
          <a:sp3d contourW="3810">
            <a:contourClr>
              <a:srgbClr val="969696"/>
            </a:contourClr>
          </a:sp3d>
        </p:spPr>
        <p:txBody>
          <a:bodyPr/>
          <a:lstStyle>
            <a:lvl1pPr marL="0" indent="0">
              <a:buNone/>
              <a:defRPr sz="3200"/>
            </a:lvl1pPr>
            <a:extLst/>
          </a:lstStyle>
          <a:p>
            <a:r>
              <a:rPr kumimoji="0" lang="en-US" smtClean="0"/>
              <a:t>Click icon to add picture</a:t>
            </a:r>
            <a:endParaRPr kumimoji="0" lang="en-US" dirty="0"/>
          </a:p>
        </p:txBody>
      </p:sp>
    </p:spTree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extLst/>
          </a:lstStyle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>
            <a:extLst/>
          </a:lstStyle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extLst/>
          </a:lstStyle>
          <a:p>
            <a:fld id="{1D8BD707-D9CF-40AE-B4C6-C98DA3205C09}" type="datetimeFigureOut">
              <a:rPr lang="en-US" smtClean="0"/>
              <a:pPr/>
              <a:t>11/12/2023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extLst/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extLst/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553200" y="274955"/>
            <a:ext cx="1524000" cy="5851525"/>
          </a:xfrm>
        </p:spPr>
        <p:txBody>
          <a:bodyPr vert="eaVert" anchor="t"/>
          <a:lstStyle>
            <a:extLst/>
          </a:lstStyle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42"/>
            <a:ext cx="6019800" cy="5851525"/>
          </a:xfrm>
        </p:spPr>
        <p:txBody>
          <a:bodyPr vert="eaVert"/>
          <a:lstStyle>
            <a:extLst/>
          </a:lstStyle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4242816" y="6557946"/>
            <a:ext cx="2002464" cy="226902"/>
          </a:xfrm>
        </p:spPr>
        <p:txBody>
          <a:bodyPr/>
          <a:lstStyle>
            <a:extLst/>
          </a:lstStyle>
          <a:p>
            <a:fld id="{1D8BD707-D9CF-40AE-B4C6-C98DA3205C09}" type="datetimeFigureOut">
              <a:rPr lang="en-US" smtClean="0"/>
              <a:pPr/>
              <a:t>11/12/2023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457200" y="6556248"/>
            <a:ext cx="3657600" cy="228600"/>
          </a:xfrm>
        </p:spPr>
        <p:txBody>
          <a:bodyPr/>
          <a:lstStyle>
            <a:extLst/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6254496" y="6553200"/>
            <a:ext cx="588336" cy="228600"/>
          </a:xfr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  <a:extLst/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jpe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/>
          <p:cNvSpPr/>
          <p:nvPr/>
        </p:nvSpPr>
        <p:spPr>
          <a:xfrm flipH="1">
            <a:off x="8153400" y="0"/>
            <a:ext cx="990600" cy="6858000"/>
          </a:xfrm>
          <a:prstGeom prst="rect">
            <a:avLst/>
          </a:prstGeom>
          <a:blipFill>
            <a:blip r:embed="rId13">
              <a:alphaModFix amt="43000"/>
            </a:blip>
            <a:tile tx="0" ty="0" sx="50000" sy="50000" flip="none" algn="tl"/>
          </a:blipFill>
          <a:ln w="0" cap="flat" cmpd="sng" algn="ctr">
            <a:noFill/>
            <a:prstDash val="solid"/>
          </a:ln>
          <a:effectLst>
            <a:fillOverlay blend="mult">
              <a:gradFill rotWithShape="1">
                <a:gsLst>
                  <a:gs pos="0">
                    <a:schemeClr val="tx2">
                      <a:tint val="62000"/>
                      <a:satMod val="420000"/>
                    </a:schemeClr>
                  </a:gs>
                  <a:gs pos="100000">
                    <a:schemeClr val="tx2">
                      <a:shade val="20000"/>
                      <a:satMod val="170000"/>
                    </a:schemeClr>
                  </a:gs>
                </a:gsLst>
                <a:path path="circle">
                  <a:fillToRect l="50000" t="110000" r="50000" b="-10000"/>
                </a:path>
                <a:tileRect/>
              </a:gradFill>
            </a:fillOverlay>
            <a:innerShdw blurRad="63500" dist="44450" dir="10800000">
              <a:srgbClr val="000000">
                <a:alpha val="45000"/>
              </a:srgbClr>
            </a:innerShdw>
          </a:effectLst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>
            <a:extLst/>
          </a:lstStyle>
          <a:p>
            <a:pPr algn="ctr" eaLnBrk="1" latinLnBrk="0" hangingPunct="1"/>
            <a:endParaRPr kumimoji="0" lang="en-US"/>
          </a:p>
        </p:txBody>
      </p:sp>
      <p:sp>
        <p:nvSpPr>
          <p:cNvPr id="3" name="Title Placeholder 2"/>
          <p:cNvSpPr>
            <a:spLocks noGrp="1"/>
          </p:cNvSpPr>
          <p:nvPr>
            <p:ph type="title"/>
          </p:nvPr>
        </p:nvSpPr>
        <p:spPr>
          <a:xfrm>
            <a:off x="457200" y="320040"/>
            <a:ext cx="7239000" cy="1143000"/>
          </a:xfrm>
          <a:prstGeom prst="rect">
            <a:avLst/>
          </a:prstGeom>
        </p:spPr>
        <p:txBody>
          <a:bodyPr vert="horz" lIns="45720" tIns="0" rIns="45720" bIns="0" anchor="b" anchorCtr="0">
            <a:normAutofit/>
          </a:bodyPr>
          <a:lstStyle>
            <a:extLst/>
          </a:lstStyle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31" name="Text Placeholder 30"/>
          <p:cNvSpPr>
            <a:spLocks noGrp="1"/>
          </p:cNvSpPr>
          <p:nvPr>
            <p:ph type="body" idx="1"/>
          </p:nvPr>
        </p:nvSpPr>
        <p:spPr>
          <a:xfrm>
            <a:off x="457200" y="1609416"/>
            <a:ext cx="7239000" cy="4846320"/>
          </a:xfrm>
          <a:prstGeom prst="rect">
            <a:avLst/>
          </a:prstGeom>
        </p:spPr>
        <p:txBody>
          <a:bodyPr vert="horz">
            <a:normAutofit/>
          </a:bodyPr>
          <a:lstStyle>
            <a:extLst/>
          </a:lstStyle>
          <a:p>
            <a:pPr lvl="0" eaLnBrk="1" latinLnBrk="0" hangingPunct="1"/>
            <a:r>
              <a:rPr kumimoji="0" lang="en-US" smtClean="0"/>
              <a:t>Click to edit Master text styles</a:t>
            </a:r>
          </a:p>
          <a:p>
            <a:pPr lvl="1" eaLnBrk="1" latinLnBrk="0" hangingPunct="1"/>
            <a:r>
              <a:rPr kumimoji="0" lang="en-US" smtClean="0"/>
              <a:t>Second level</a:t>
            </a:r>
          </a:p>
          <a:p>
            <a:pPr lvl="2" eaLnBrk="1" latinLnBrk="0" hangingPunct="1"/>
            <a:r>
              <a:rPr kumimoji="0" lang="en-US" smtClean="0"/>
              <a:t>Third level</a:t>
            </a:r>
          </a:p>
          <a:p>
            <a:pPr lvl="3" eaLnBrk="1" latinLnBrk="0" hangingPunct="1"/>
            <a:r>
              <a:rPr kumimoji="0" lang="en-US" smtClean="0"/>
              <a:t>Fourth level</a:t>
            </a:r>
          </a:p>
          <a:p>
            <a:pPr lvl="4" eaLnBrk="1" latinLnBrk="0" hangingPunct="1"/>
            <a:r>
              <a:rPr kumimoji="0" lang="en-US" smtClean="0"/>
              <a:t>Fifth level</a:t>
            </a:r>
            <a:endParaRPr kumimoji="0" lang="en-US"/>
          </a:p>
        </p:txBody>
      </p:sp>
      <p:sp>
        <p:nvSpPr>
          <p:cNvPr id="27" name="Date Placeholder 26"/>
          <p:cNvSpPr>
            <a:spLocks noGrp="1"/>
          </p:cNvSpPr>
          <p:nvPr>
            <p:ph type="dt" sz="half" idx="2"/>
          </p:nvPr>
        </p:nvSpPr>
        <p:spPr>
          <a:xfrm>
            <a:off x="4245936" y="6557946"/>
            <a:ext cx="2002464" cy="226902"/>
          </a:xfrm>
          <a:prstGeom prst="rect">
            <a:avLst/>
          </a:prstGeom>
        </p:spPr>
        <p:txBody>
          <a:bodyPr vert="horz" tIns="0" bIns="0" anchor="b"/>
          <a:lstStyle>
            <a:lvl1pPr algn="l" eaLnBrk="1" latinLnBrk="0" hangingPunct="1">
              <a:defRPr kumimoji="0" sz="1000">
                <a:solidFill>
                  <a:schemeClr val="tx2"/>
                </a:solidFill>
              </a:defRPr>
            </a:lvl1pPr>
            <a:extLst/>
          </a:lstStyle>
          <a:p>
            <a:fld id="{1D8BD707-D9CF-40AE-B4C6-C98DA3205C09}" type="datetimeFigureOut">
              <a:rPr lang="en-US" smtClean="0"/>
              <a:pPr/>
              <a:t>11/12/2023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3"/>
          </p:nvPr>
        </p:nvSpPr>
        <p:spPr>
          <a:xfrm>
            <a:off x="457200" y="6557946"/>
            <a:ext cx="3657600" cy="228600"/>
          </a:xfrm>
          <a:prstGeom prst="rect">
            <a:avLst/>
          </a:prstGeom>
        </p:spPr>
        <p:txBody>
          <a:bodyPr vert="horz" tIns="0" bIns="0" anchor="b"/>
          <a:lstStyle>
            <a:lvl1pPr algn="r" eaLnBrk="1" latinLnBrk="0" hangingPunct="1">
              <a:defRPr kumimoji="0" sz="1000">
                <a:solidFill>
                  <a:schemeClr val="tx2"/>
                </a:solidFill>
              </a:defRPr>
            </a:lvl1pPr>
            <a:extLst/>
          </a:lstStyle>
          <a:p>
            <a:endParaRPr lang="en-US"/>
          </a:p>
        </p:txBody>
      </p:sp>
      <p:sp>
        <p:nvSpPr>
          <p:cNvPr id="16" name="Slide Number Placeholder 15"/>
          <p:cNvSpPr>
            <a:spLocks noGrp="1"/>
          </p:cNvSpPr>
          <p:nvPr>
            <p:ph type="sldNum" sz="quarter" idx="4"/>
          </p:nvPr>
        </p:nvSpPr>
        <p:spPr>
          <a:xfrm>
            <a:off x="6251448" y="6556248"/>
            <a:ext cx="588336" cy="228600"/>
          </a:xfrm>
          <a:prstGeom prst="rect">
            <a:avLst/>
          </a:prstGeom>
        </p:spPr>
        <p:txBody>
          <a:bodyPr vert="horz" lIns="0" tIns="0" rIns="0" bIns="0" anchor="b"/>
          <a:lstStyle>
            <a:lvl1pPr algn="r" eaLnBrk="1" latinLnBrk="0" hangingPunct="1">
              <a:defRPr kumimoji="0" sz="1100">
                <a:solidFill>
                  <a:schemeClr val="tx2"/>
                </a:solidFill>
              </a:defRPr>
            </a:lvl1pPr>
            <a:extLst/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l" rtl="0" eaLnBrk="1" latinLnBrk="0" hangingPunct="1">
        <a:spcBef>
          <a:spcPct val="0"/>
        </a:spcBef>
        <a:buNone/>
        <a:defRPr kumimoji="0" sz="3800" b="1" kern="1200" cap="all" baseline="0">
          <a:ln w="500">
            <a:solidFill>
              <a:schemeClr val="tx2">
                <a:shade val="20000"/>
                <a:satMod val="120000"/>
              </a:schemeClr>
            </a:solidFill>
          </a:ln>
          <a:gradFill>
            <a:gsLst>
              <a:gs pos="0">
                <a:schemeClr val="accent4">
                  <a:tint val="13000"/>
                </a:schemeClr>
              </a:gs>
              <a:gs pos="10000">
                <a:schemeClr val="accent4">
                  <a:tint val="20000"/>
                </a:schemeClr>
              </a:gs>
              <a:gs pos="49000">
                <a:schemeClr val="accent4">
                  <a:tint val="70000"/>
                </a:schemeClr>
              </a:gs>
              <a:gs pos="50000">
                <a:schemeClr val="accent4">
                  <a:tint val="97000"/>
                </a:schemeClr>
              </a:gs>
              <a:gs pos="100000">
                <a:schemeClr val="accent4">
                  <a:tint val="20000"/>
                </a:schemeClr>
              </a:gs>
            </a:gsLst>
            <a:lin ang="5400000" scaled="1"/>
          </a:gradFill>
          <a:effectLst/>
          <a:latin typeface="+mj-lt"/>
          <a:ea typeface="+mj-ea"/>
          <a:cs typeface="+mj-cs"/>
        </a:defRPr>
      </a:lvl1pPr>
      <a:extLst/>
    </p:titleStyle>
    <p:bodyStyle>
      <a:lvl1pPr marL="274320" indent="-274320" algn="l" rtl="0" eaLnBrk="1" latinLnBrk="0" hangingPunct="1">
        <a:spcBef>
          <a:spcPts val="600"/>
        </a:spcBef>
        <a:buClr>
          <a:schemeClr val="tx2"/>
        </a:buClr>
        <a:buSzPct val="73000"/>
        <a:buFont typeface="Wingdings 2"/>
        <a:buChar char=""/>
        <a:defRPr kumimoji="0" sz="2600" kern="1200" baseline="0">
          <a:solidFill>
            <a:schemeClr val="tx1"/>
          </a:solidFill>
          <a:latin typeface="+mn-lt"/>
          <a:ea typeface="+mn-ea"/>
          <a:cs typeface="+mn-cs"/>
        </a:defRPr>
      </a:lvl1pPr>
      <a:lvl2pPr marL="521208" indent="-228600" algn="l" rtl="0" eaLnBrk="1" latinLnBrk="0" hangingPunct="1">
        <a:spcBef>
          <a:spcPts val="500"/>
        </a:spcBef>
        <a:buClr>
          <a:schemeClr val="accent4"/>
        </a:buClr>
        <a:buSzPct val="80000"/>
        <a:buFont typeface="Wingdings 2"/>
        <a:buChar char=""/>
        <a:defRPr kumimoji="0" sz="2300" kern="1200">
          <a:solidFill>
            <a:schemeClr val="tx1">
              <a:tint val="85000"/>
            </a:schemeClr>
          </a:solidFill>
          <a:latin typeface="+mn-lt"/>
          <a:ea typeface="+mn-ea"/>
          <a:cs typeface="+mn-cs"/>
        </a:defRPr>
      </a:lvl2pPr>
      <a:lvl3pPr marL="758952" indent="-228600" algn="l" rtl="0" eaLnBrk="1" latinLnBrk="0" hangingPunct="1">
        <a:spcBef>
          <a:spcPts val="400"/>
        </a:spcBef>
        <a:buClr>
          <a:schemeClr val="accent4"/>
        </a:buClr>
        <a:buSzPct val="60000"/>
        <a:buFont typeface="Wingdings"/>
        <a:buChar char=""/>
        <a:defRPr kumimoji="0"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005840" indent="-228600" algn="l" rtl="0" eaLnBrk="1" latinLnBrk="0" hangingPunct="1">
        <a:spcBef>
          <a:spcPct val="20000"/>
        </a:spcBef>
        <a:buClr>
          <a:schemeClr val="accent4"/>
        </a:buClr>
        <a:buSzPct val="80000"/>
        <a:buFont typeface="Wingdings 2"/>
        <a:buChar char=""/>
        <a:defRPr kumimoji="0" sz="2000" kern="1200">
          <a:solidFill>
            <a:schemeClr val="tx1">
              <a:tint val="85000"/>
            </a:schemeClr>
          </a:solidFill>
          <a:latin typeface="+mn-lt"/>
          <a:ea typeface="+mn-ea"/>
          <a:cs typeface="+mn-cs"/>
        </a:defRPr>
      </a:lvl4pPr>
      <a:lvl5pPr marL="1280160" indent="-228600" algn="l" rtl="0" eaLnBrk="1" latinLnBrk="0" hangingPunct="1">
        <a:spcBef>
          <a:spcPts val="400"/>
        </a:spcBef>
        <a:buClr>
          <a:schemeClr val="accent4"/>
        </a:buClr>
        <a:buSzPct val="70000"/>
        <a:buFont typeface="Wingdings"/>
        <a:buChar char=""/>
        <a:defRPr kumimoji="0"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1472184" indent="-182880" algn="l" rtl="0" eaLnBrk="1" latinLnBrk="0" hangingPunct="1">
        <a:spcBef>
          <a:spcPts val="400"/>
        </a:spcBef>
        <a:buClr>
          <a:schemeClr val="accent4"/>
        </a:buClr>
        <a:buSzPct val="80000"/>
        <a:buFont typeface="Wingdings 2"/>
        <a:buChar char=""/>
        <a:defRPr kumimoji="0" sz="1800" kern="1200">
          <a:solidFill>
            <a:schemeClr val="tx1">
              <a:tint val="85000"/>
            </a:schemeClr>
          </a:solidFill>
          <a:latin typeface="+mn-lt"/>
          <a:ea typeface="+mn-ea"/>
          <a:cs typeface="+mn-cs"/>
        </a:defRPr>
      </a:lvl6pPr>
      <a:lvl7pPr marL="1673352" indent="-182880" algn="l" rtl="0" eaLnBrk="1" latinLnBrk="0" hangingPunct="1">
        <a:spcBef>
          <a:spcPct val="20000"/>
        </a:spcBef>
        <a:buClr>
          <a:schemeClr val="accent4"/>
        </a:buClr>
        <a:buSzPct val="80000"/>
        <a:buFont typeface="Wingdings 2"/>
        <a:buChar char=""/>
        <a:defRPr kumimoji="0" sz="1600" kern="1200" baseline="0">
          <a:solidFill>
            <a:schemeClr val="tx1"/>
          </a:solidFill>
          <a:latin typeface="+mn-lt"/>
          <a:ea typeface="+mn-ea"/>
          <a:cs typeface="+mn-cs"/>
        </a:defRPr>
      </a:lvl7pPr>
      <a:lvl8pPr marL="1847088" indent="-182880" algn="l" rtl="0" eaLnBrk="1" latinLnBrk="0" hangingPunct="1">
        <a:spcBef>
          <a:spcPts val="300"/>
        </a:spcBef>
        <a:buClr>
          <a:schemeClr val="accent4"/>
        </a:buClr>
        <a:buSzPct val="100000"/>
        <a:buChar char="•"/>
        <a:defRPr kumimoji="0" sz="1600" kern="1200" baseline="0">
          <a:solidFill>
            <a:schemeClr val="tx1">
              <a:tint val="85000"/>
            </a:schemeClr>
          </a:solidFill>
          <a:latin typeface="+mn-lt"/>
          <a:ea typeface="+mn-ea"/>
          <a:cs typeface="+mn-cs"/>
        </a:defRPr>
      </a:lvl8pPr>
      <a:lvl9pPr marL="2057400" indent="-182880" algn="l" rtl="0" eaLnBrk="1" latinLnBrk="0" hangingPunct="1">
        <a:spcBef>
          <a:spcPct val="20000"/>
        </a:spcBef>
        <a:buClr>
          <a:schemeClr val="accent4"/>
        </a:buClr>
        <a:buSzPct val="100000"/>
        <a:buFont typeface="Wingdings"/>
        <a:buChar char="§"/>
        <a:defRPr kumimoji="0" sz="1400" kern="1200" baseline="0">
          <a:solidFill>
            <a:schemeClr val="tx1"/>
          </a:solidFill>
          <a:latin typeface="+mn-lt"/>
          <a:ea typeface="+mn-ea"/>
          <a:cs typeface="+mn-cs"/>
        </a:defRPr>
      </a:lvl9pPr>
      <a:extLst/>
    </p:bodyStyle>
    <p:otherStyle>
      <a:lvl1pPr marL="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9pPr>
      <a:extLst/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3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4038601"/>
            <a:ext cx="7620000" cy="533400"/>
          </a:xfrm>
        </p:spPr>
        <p:txBody>
          <a:bodyPr>
            <a:noAutofit/>
          </a:bodyPr>
          <a:lstStyle/>
          <a:p>
            <a:pPr algn="ctr"/>
            <a:r>
              <a:rPr lang="en-US" sz="2400" dirty="0" smtClean="0">
                <a:latin typeface="Times New Roman" pitchFamily="18" charset="0"/>
                <a:cs typeface="Times New Roman" pitchFamily="18" charset="0"/>
              </a:rPr>
              <a:t/>
            </a:r>
            <a:br>
              <a:rPr lang="en-US" sz="2400" dirty="0" smtClean="0">
                <a:latin typeface="Times New Roman" pitchFamily="18" charset="0"/>
                <a:cs typeface="Times New Roman" pitchFamily="18" charset="0"/>
              </a:rPr>
            </a:br>
            <a:r>
              <a:rPr lang="en-US" sz="2400" dirty="0" smtClean="0">
                <a:latin typeface="Times New Roman" pitchFamily="18" charset="0"/>
                <a:cs typeface="Times New Roman" pitchFamily="18" charset="0"/>
              </a:rPr>
              <a:t>Data Processing  &amp;  Analysis – Pig Latin  </a:t>
            </a:r>
            <a:endParaRPr lang="en-US" sz="2400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219200" y="228600"/>
            <a:ext cx="6255488" cy="743507"/>
          </a:xfrm>
        </p:spPr>
        <p:txBody>
          <a:bodyPr>
            <a:normAutofit/>
          </a:bodyPr>
          <a:lstStyle/>
          <a:p>
            <a:r>
              <a:rPr lang="en-US" sz="3600" b="1" dirty="0" smtClean="0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</a:rPr>
              <a:t>UNIT - V</a:t>
            </a:r>
            <a:endParaRPr lang="en-US" sz="3600" b="1" dirty="0">
              <a:solidFill>
                <a:srgbClr val="FF0000"/>
              </a:solidFill>
              <a:latin typeface="Times New Roman" pitchFamily="18" charset="0"/>
              <a:cs typeface="Times New Roman" pitchFamily="18" charset="0"/>
            </a:endParaRPr>
          </a:p>
        </p:txBody>
      </p:sp>
      <p:pic>
        <p:nvPicPr>
          <p:cNvPr id="4" name="Picture 3" descr="Apache_Pig_Logo.svg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38200" y="990600"/>
            <a:ext cx="6495212" cy="283083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3600" dirty="0" smtClean="0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</a:rPr>
              <a:t>Apache Pig</a:t>
            </a:r>
            <a:endParaRPr lang="en-US" sz="3600" dirty="0">
              <a:solidFill>
                <a:srgbClr val="FF0000"/>
              </a:solidFill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r>
              <a:rPr lang="en-US" sz="2000" dirty="0" smtClean="0">
                <a:latin typeface="Times New Roman" pitchFamily="18" charset="0"/>
                <a:cs typeface="Times New Roman" pitchFamily="18" charset="0"/>
              </a:rPr>
              <a:t>It is </a:t>
            </a:r>
            <a:r>
              <a:rPr lang="en-US" sz="2000" dirty="0" smtClean="0">
                <a:latin typeface="Times New Roman" pitchFamily="18" charset="0"/>
                <a:cs typeface="Times New Roman" pitchFamily="18" charset="0"/>
              </a:rPr>
              <a:t>a</a:t>
            </a:r>
            <a:r>
              <a:rPr lang="en-US" sz="2000" b="1" dirty="0" smtClean="0">
                <a:latin typeface="Times New Roman" pitchFamily="18" charset="0"/>
                <a:cs typeface="Times New Roman" pitchFamily="18" charset="0"/>
              </a:rPr>
              <a:t> High-level Platform For Creating Programs</a:t>
            </a:r>
            <a:r>
              <a:rPr lang="en-US" sz="2000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2000" dirty="0" smtClean="0">
                <a:latin typeface="Times New Roman" pitchFamily="18" charset="0"/>
                <a:cs typeface="Times New Roman" pitchFamily="18" charset="0"/>
              </a:rPr>
              <a:t>that run on Apache Hadoop. </a:t>
            </a:r>
          </a:p>
          <a:p>
            <a:endParaRPr lang="en-US" sz="2000" dirty="0" smtClean="0">
              <a:latin typeface="Times New Roman" pitchFamily="18" charset="0"/>
              <a:cs typeface="Times New Roman" pitchFamily="18" charset="0"/>
            </a:endParaRPr>
          </a:p>
          <a:p>
            <a:r>
              <a:rPr lang="en-US" sz="2000" dirty="0" smtClean="0">
                <a:latin typeface="Times New Roman" pitchFamily="18" charset="0"/>
                <a:cs typeface="Times New Roman" pitchFamily="18" charset="0"/>
              </a:rPr>
              <a:t>It provides </a:t>
            </a:r>
            <a:r>
              <a:rPr lang="en-US" sz="2000" dirty="0" smtClean="0">
                <a:latin typeface="Times New Roman" pitchFamily="18" charset="0"/>
                <a:cs typeface="Times New Roman" pitchFamily="18" charset="0"/>
              </a:rPr>
              <a:t>a</a:t>
            </a:r>
            <a:r>
              <a:rPr lang="en-US" sz="2000" b="1" dirty="0" smtClean="0">
                <a:latin typeface="Times New Roman" pitchFamily="18" charset="0"/>
                <a:cs typeface="Times New Roman" pitchFamily="18" charset="0"/>
              </a:rPr>
              <a:t> High-level Scripting Language</a:t>
            </a:r>
            <a:r>
              <a:rPr lang="en-US" sz="2000" dirty="0" smtClean="0">
                <a:latin typeface="Times New Roman" pitchFamily="18" charset="0"/>
                <a:cs typeface="Times New Roman" pitchFamily="18" charset="0"/>
              </a:rPr>
              <a:t>, </a:t>
            </a:r>
            <a:r>
              <a:rPr lang="en-US" sz="2000" dirty="0" smtClean="0">
                <a:latin typeface="Times New Roman" pitchFamily="18" charset="0"/>
                <a:cs typeface="Times New Roman" pitchFamily="18" charset="0"/>
              </a:rPr>
              <a:t>called Pig Latin, which is similar to SQL</a:t>
            </a:r>
          </a:p>
          <a:p>
            <a:endParaRPr lang="en-US" sz="2000" dirty="0" smtClean="0">
              <a:latin typeface="Times New Roman" pitchFamily="18" charset="0"/>
              <a:cs typeface="Times New Roman" pitchFamily="18" charset="0"/>
            </a:endParaRPr>
          </a:p>
          <a:p>
            <a:r>
              <a:rPr lang="en-US" sz="2000" dirty="0" smtClean="0">
                <a:latin typeface="Times New Roman" pitchFamily="18" charset="0"/>
                <a:cs typeface="Times New Roman" pitchFamily="18" charset="0"/>
              </a:rPr>
              <a:t>Pig Latin programs </a:t>
            </a:r>
            <a:r>
              <a:rPr lang="en-US" sz="2000" dirty="0" smtClean="0">
                <a:latin typeface="Times New Roman" pitchFamily="18" charset="0"/>
                <a:cs typeface="Times New Roman" pitchFamily="18" charset="0"/>
              </a:rPr>
              <a:t>are</a:t>
            </a:r>
            <a:r>
              <a:rPr lang="en-US" sz="2000" b="1" dirty="0" smtClean="0">
                <a:latin typeface="Times New Roman" pitchFamily="18" charset="0"/>
                <a:cs typeface="Times New Roman" pitchFamily="18" charset="0"/>
              </a:rPr>
              <a:t> Compiled Into Sequences Of Mapreduce Jobs,</a:t>
            </a:r>
            <a:r>
              <a:rPr lang="en-US" sz="2000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2000" dirty="0" smtClean="0">
                <a:latin typeface="Times New Roman" pitchFamily="18" charset="0"/>
                <a:cs typeface="Times New Roman" pitchFamily="18" charset="0"/>
              </a:rPr>
              <a:t>which can be executed on a Hadoop cluster.</a:t>
            </a:r>
          </a:p>
          <a:p>
            <a:pPr>
              <a:buNone/>
            </a:pPr>
            <a:endParaRPr lang="en-US" sz="2000" dirty="0" smtClean="0">
              <a:latin typeface="Times New Roman" pitchFamily="18" charset="0"/>
              <a:cs typeface="Times New Roman" pitchFamily="18" charset="0"/>
            </a:endParaRPr>
          </a:p>
          <a:p>
            <a:r>
              <a:rPr lang="en-US" sz="2000" dirty="0" smtClean="0">
                <a:latin typeface="Times New Roman" pitchFamily="18" charset="0"/>
                <a:cs typeface="Times New Roman" pitchFamily="18" charset="0"/>
              </a:rPr>
              <a:t>Pig Latin can be extended </a:t>
            </a:r>
            <a:r>
              <a:rPr lang="en-US" sz="2000" b="1" dirty="0" smtClean="0">
                <a:latin typeface="Times New Roman" pitchFamily="18" charset="0"/>
                <a:cs typeface="Times New Roman" pitchFamily="18" charset="0"/>
              </a:rPr>
              <a:t>Using User-defined Functions</a:t>
            </a:r>
            <a:r>
              <a:rPr lang="en-US" sz="2000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2000" dirty="0" smtClean="0">
                <a:latin typeface="Times New Roman" pitchFamily="18" charset="0"/>
                <a:cs typeface="Times New Roman" pitchFamily="18" charset="0"/>
              </a:rPr>
              <a:t>(UDFs) which the user can write in </a:t>
            </a:r>
            <a:r>
              <a:rPr lang="en-US" sz="2000" b="1" dirty="0" smtClean="0">
                <a:latin typeface="Times New Roman" pitchFamily="18" charset="0"/>
                <a:cs typeface="Times New Roman" pitchFamily="18" charset="0"/>
              </a:rPr>
              <a:t>Java, Python, JavaScript, Ruby Or Groovy</a:t>
            </a:r>
            <a:r>
              <a:rPr lang="en-US" sz="2000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2000" dirty="0" smtClean="0">
                <a:latin typeface="Times New Roman" pitchFamily="18" charset="0"/>
                <a:cs typeface="Times New Roman" pitchFamily="18" charset="0"/>
              </a:rPr>
              <a:t>and then call directly from the language.</a:t>
            </a:r>
          </a:p>
          <a:p>
            <a:pPr>
              <a:buNone/>
            </a:pPr>
            <a:r>
              <a:rPr lang="en-US" sz="2000" dirty="0" smtClean="0">
                <a:latin typeface="Times New Roman" pitchFamily="18" charset="0"/>
                <a:cs typeface="Times New Roman" pitchFamily="18" charset="0"/>
              </a:rPr>
              <a:t/>
            </a:r>
            <a:br>
              <a:rPr lang="en-US" sz="2000" dirty="0" smtClean="0">
                <a:latin typeface="Times New Roman" pitchFamily="18" charset="0"/>
                <a:cs typeface="Times New Roman" pitchFamily="18" charset="0"/>
              </a:rPr>
            </a:br>
            <a:endParaRPr lang="en-US" sz="2000" dirty="0">
              <a:latin typeface="Times New Roman" pitchFamily="18" charset="0"/>
              <a:cs typeface="Times New Roman" pitchFamily="18" charset="0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152400"/>
            <a:ext cx="7239000" cy="685800"/>
          </a:xfrm>
        </p:spPr>
        <p:txBody>
          <a:bodyPr/>
          <a:lstStyle/>
          <a:p>
            <a:r>
              <a:rPr lang="en-US" dirty="0" smtClean="0"/>
              <a:t>Pig Architecture</a:t>
            </a:r>
            <a:endParaRPr lang="en-US" dirty="0"/>
          </a:p>
        </p:txBody>
      </p:sp>
      <p:pic>
        <p:nvPicPr>
          <p:cNvPr id="5" name="Content Placeholder 4" descr="pig_arc22.PNG"/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143000" y="997175"/>
            <a:ext cx="5562600" cy="5756321"/>
          </a:xfr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81000" y="457200"/>
            <a:ext cx="7239000" cy="533400"/>
          </a:xfrm>
        </p:spPr>
        <p:txBody>
          <a:bodyPr>
            <a:normAutofit/>
          </a:bodyPr>
          <a:lstStyle/>
          <a:p>
            <a:pPr algn="ctr"/>
            <a:r>
              <a:rPr lang="en-US" sz="2400" dirty="0" smtClean="0">
                <a:latin typeface="Times New Roman" pitchFamily="18" charset="0"/>
                <a:cs typeface="Times New Roman" pitchFamily="18" charset="0"/>
              </a:rPr>
              <a:t>benefits of using Apache Pig:</a:t>
            </a:r>
            <a:endParaRPr lang="en-US" sz="2400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28600" y="762000"/>
            <a:ext cx="7772400" cy="5867400"/>
          </a:xfrm>
        </p:spPr>
        <p:txBody>
          <a:bodyPr>
            <a:noAutofit/>
          </a:bodyPr>
          <a:lstStyle/>
          <a:p>
            <a:pPr>
              <a:buNone/>
            </a:pPr>
            <a:r>
              <a:rPr lang="en-US" sz="2000" dirty="0" smtClean="0">
                <a:latin typeface="Times New Roman" pitchFamily="18" charset="0"/>
                <a:cs typeface="Times New Roman" pitchFamily="18" charset="0"/>
              </a:rPr>
              <a:t> </a:t>
            </a:r>
          </a:p>
          <a:p>
            <a:r>
              <a:rPr lang="en-US" sz="2000" b="1" dirty="0" smtClean="0">
                <a:solidFill>
                  <a:srgbClr val="002060"/>
                </a:solidFill>
                <a:latin typeface="Times New Roman" pitchFamily="18" charset="0"/>
                <a:cs typeface="Times New Roman" pitchFamily="18" charset="0"/>
              </a:rPr>
              <a:t>Ease Of Use</a:t>
            </a:r>
            <a:r>
              <a:rPr lang="en-US" sz="2000" dirty="0" smtClean="0">
                <a:latin typeface="Times New Roman" pitchFamily="18" charset="0"/>
                <a:cs typeface="Times New Roman" pitchFamily="18" charset="0"/>
              </a:rPr>
              <a:t>: Pig Latin is a high-level language that is easy to learn, even for programmers who are not familiar with MapReduce.</a:t>
            </a:r>
          </a:p>
          <a:p>
            <a:pPr>
              <a:buNone/>
            </a:pPr>
            <a:endParaRPr lang="en-US" sz="2000" dirty="0" smtClean="0">
              <a:latin typeface="Times New Roman" pitchFamily="18" charset="0"/>
              <a:cs typeface="Times New Roman" pitchFamily="18" charset="0"/>
            </a:endParaRPr>
          </a:p>
          <a:p>
            <a:r>
              <a:rPr lang="en-US" sz="2000" b="1" dirty="0" smtClean="0">
                <a:solidFill>
                  <a:srgbClr val="002060"/>
                </a:solidFill>
                <a:latin typeface="Times New Roman" pitchFamily="18" charset="0"/>
                <a:cs typeface="Times New Roman" pitchFamily="18" charset="0"/>
              </a:rPr>
              <a:t>Expressiveness</a:t>
            </a:r>
            <a:r>
              <a:rPr lang="en-US" sz="2000" dirty="0" smtClean="0">
                <a:latin typeface="Times New Roman" pitchFamily="18" charset="0"/>
                <a:cs typeface="Times New Roman" pitchFamily="18" charset="0"/>
              </a:rPr>
              <a:t>: Pig Latin provides a rich set of features for data manipulation and analysis, making it possible to express complex data transformations in a concise and easy-to-understand way.</a:t>
            </a:r>
          </a:p>
          <a:p>
            <a:pPr>
              <a:buNone/>
            </a:pPr>
            <a:endParaRPr lang="en-US" sz="2000" dirty="0" smtClean="0">
              <a:latin typeface="Times New Roman" pitchFamily="18" charset="0"/>
              <a:cs typeface="Times New Roman" pitchFamily="18" charset="0"/>
            </a:endParaRPr>
          </a:p>
          <a:p>
            <a:r>
              <a:rPr lang="en-US" sz="2000" b="1" dirty="0" smtClean="0">
                <a:solidFill>
                  <a:srgbClr val="002060"/>
                </a:solidFill>
                <a:latin typeface="Times New Roman" pitchFamily="18" charset="0"/>
                <a:cs typeface="Times New Roman" pitchFamily="18" charset="0"/>
              </a:rPr>
              <a:t>Parallelism</a:t>
            </a:r>
            <a:r>
              <a:rPr lang="en-US" sz="2000" dirty="0" smtClean="0">
                <a:latin typeface="Times New Roman" pitchFamily="18" charset="0"/>
                <a:cs typeface="Times New Roman" pitchFamily="18" charset="0"/>
              </a:rPr>
              <a:t>: Pig programs are automatically compiled into sequences of MapReduce jobs, which can be </a:t>
            </a:r>
            <a:r>
              <a:rPr lang="en-US" sz="2000" b="1" dirty="0" smtClean="0">
                <a:latin typeface="Times New Roman" pitchFamily="18" charset="0"/>
                <a:cs typeface="Times New Roman" pitchFamily="18" charset="0"/>
              </a:rPr>
              <a:t>Executed In Parallel</a:t>
            </a:r>
            <a:r>
              <a:rPr lang="en-US" sz="2000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2000" dirty="0" smtClean="0">
                <a:latin typeface="Times New Roman" pitchFamily="18" charset="0"/>
                <a:cs typeface="Times New Roman" pitchFamily="18" charset="0"/>
              </a:rPr>
              <a:t>on a Hadoop cluster. This makes it possible to process large datasets very quickly.</a:t>
            </a:r>
          </a:p>
          <a:p>
            <a:pPr>
              <a:buNone/>
            </a:pPr>
            <a:endParaRPr lang="en-US" sz="2000" dirty="0" smtClean="0">
              <a:latin typeface="Times New Roman" pitchFamily="18" charset="0"/>
              <a:cs typeface="Times New Roman" pitchFamily="18" charset="0"/>
            </a:endParaRPr>
          </a:p>
          <a:p>
            <a:r>
              <a:rPr lang="en-US" sz="2000" b="1" dirty="0" smtClean="0">
                <a:solidFill>
                  <a:srgbClr val="002060"/>
                </a:solidFill>
                <a:latin typeface="Times New Roman" pitchFamily="18" charset="0"/>
                <a:cs typeface="Times New Roman" pitchFamily="18" charset="0"/>
              </a:rPr>
              <a:t>Flexibility</a:t>
            </a:r>
            <a:r>
              <a:rPr lang="en-US" sz="2000" dirty="0" smtClean="0">
                <a:latin typeface="Times New Roman" pitchFamily="18" charset="0"/>
                <a:cs typeface="Times New Roman" pitchFamily="18" charset="0"/>
              </a:rPr>
              <a:t>: Pig can be used to process data in a variety of formats, including flat files, relational databases, and Hadoop Distributed File System (HDFS) files.</a:t>
            </a:r>
          </a:p>
          <a:p>
            <a:endParaRPr lang="en-US" sz="2000" dirty="0" smtClean="0">
              <a:latin typeface="Times New Roman" pitchFamily="18" charset="0"/>
              <a:cs typeface="Times New Roman" pitchFamily="18" charset="0"/>
            </a:endParaRPr>
          </a:p>
          <a:p>
            <a:endParaRPr lang="en-US" sz="2000" dirty="0" smtClean="0">
              <a:latin typeface="Times New Roman" pitchFamily="18" charset="0"/>
              <a:cs typeface="Times New Roman" pitchFamily="18" charset="0"/>
            </a:endParaRPr>
          </a:p>
          <a:p>
            <a:pPr>
              <a:buNone/>
            </a:pPr>
            <a:r>
              <a:rPr lang="en-US" sz="2000" dirty="0" smtClean="0">
                <a:latin typeface="Times New Roman" pitchFamily="18" charset="0"/>
                <a:cs typeface="Times New Roman" pitchFamily="18" charset="0"/>
              </a:rPr>
              <a:t/>
            </a:r>
            <a:br>
              <a:rPr lang="en-US" sz="2000" dirty="0" smtClean="0">
                <a:latin typeface="Times New Roman" pitchFamily="18" charset="0"/>
                <a:cs typeface="Times New Roman" pitchFamily="18" charset="0"/>
              </a:rPr>
            </a:br>
            <a:endParaRPr lang="en-US" sz="2000" dirty="0">
              <a:latin typeface="Times New Roman" pitchFamily="18" charset="0"/>
              <a:cs typeface="Times New Roman" pitchFamily="18" charset="0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3600" dirty="0" smtClean="0">
                <a:latin typeface="Times New Roman" pitchFamily="18" charset="0"/>
                <a:cs typeface="Times New Roman" pitchFamily="18" charset="0"/>
              </a:rPr>
              <a:t> use cases for Apache Pig:-</a:t>
            </a:r>
            <a:endParaRPr lang="en-US" sz="3600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>
              <a:buNone/>
            </a:pPr>
            <a:endParaRPr lang="en-US" sz="2000" dirty="0" smtClean="0">
              <a:latin typeface="Times New Roman" pitchFamily="18" charset="0"/>
              <a:cs typeface="Times New Roman" pitchFamily="18" charset="0"/>
            </a:endParaRPr>
          </a:p>
          <a:p>
            <a:r>
              <a:rPr lang="en-US" sz="2000" b="1" dirty="0" smtClean="0">
                <a:solidFill>
                  <a:srgbClr val="002060"/>
                </a:solidFill>
                <a:latin typeface="Times New Roman" pitchFamily="18" charset="0"/>
                <a:cs typeface="Times New Roman" pitchFamily="18" charset="0"/>
              </a:rPr>
              <a:t>Data Cleaning And Preparation</a:t>
            </a:r>
            <a:r>
              <a:rPr lang="en-US" sz="2000" dirty="0" smtClean="0">
                <a:latin typeface="Times New Roman" pitchFamily="18" charset="0"/>
                <a:cs typeface="Times New Roman" pitchFamily="18" charset="0"/>
              </a:rPr>
              <a:t>: Pig can be used to clean and prepare large data sets for analysis. </a:t>
            </a:r>
          </a:p>
          <a:p>
            <a:pPr>
              <a:buFont typeface="Wingdings" pitchFamily="2" charset="2"/>
              <a:buChar char="ü"/>
            </a:pPr>
            <a:r>
              <a:rPr lang="en-US" sz="2000" dirty="0" smtClean="0">
                <a:latin typeface="Times New Roman" pitchFamily="18" charset="0"/>
                <a:cs typeface="Times New Roman" pitchFamily="18" charset="0"/>
              </a:rPr>
              <a:t>This may involve tasks such as removing duplicate records, correcting errors, and converting data to a consistent format.</a:t>
            </a:r>
          </a:p>
          <a:p>
            <a:endParaRPr lang="en-US" sz="2000" dirty="0" smtClean="0">
              <a:latin typeface="Times New Roman" pitchFamily="18" charset="0"/>
              <a:cs typeface="Times New Roman" pitchFamily="18" charset="0"/>
            </a:endParaRPr>
          </a:p>
          <a:p>
            <a:r>
              <a:rPr lang="en-US" sz="2000" b="1" dirty="0" smtClean="0">
                <a:solidFill>
                  <a:srgbClr val="002060"/>
                </a:solidFill>
                <a:latin typeface="Times New Roman" pitchFamily="18" charset="0"/>
                <a:cs typeface="Times New Roman" pitchFamily="18" charset="0"/>
              </a:rPr>
              <a:t>Data Analysis</a:t>
            </a:r>
            <a:r>
              <a:rPr lang="en-US" sz="2000" dirty="0" smtClean="0">
                <a:latin typeface="Times New Roman" pitchFamily="18" charset="0"/>
                <a:cs typeface="Times New Roman" pitchFamily="18" charset="0"/>
              </a:rPr>
              <a:t>: Pig can be used to perform a variety of data analysis tasks, such as calculating summary statistics, identifying trends and patterns, and building machine learning models.</a:t>
            </a:r>
          </a:p>
          <a:p>
            <a:endParaRPr lang="en-US" sz="2000" dirty="0" smtClean="0">
              <a:latin typeface="Times New Roman" pitchFamily="18" charset="0"/>
              <a:cs typeface="Times New Roman" pitchFamily="18" charset="0"/>
            </a:endParaRPr>
          </a:p>
          <a:p>
            <a:r>
              <a:rPr lang="en-US" sz="2000" b="1" dirty="0" smtClean="0">
                <a:solidFill>
                  <a:srgbClr val="002060"/>
                </a:solidFill>
                <a:latin typeface="Times New Roman" pitchFamily="18" charset="0"/>
                <a:cs typeface="Times New Roman" pitchFamily="18" charset="0"/>
              </a:rPr>
              <a:t>Data Integration</a:t>
            </a:r>
            <a:r>
              <a:rPr lang="en-US" sz="2000" dirty="0" smtClean="0">
                <a:latin typeface="Times New Roman" pitchFamily="18" charset="0"/>
                <a:cs typeface="Times New Roman" pitchFamily="18" charset="0"/>
              </a:rPr>
              <a:t>: Pig can be used to integrate data from multiple sources, such as relational databases, flat files, and log files. This can be useful for creating a unified view of data for analysis.</a:t>
            </a:r>
          </a:p>
          <a:p>
            <a:endParaRPr lang="en-US" sz="2000" dirty="0">
              <a:latin typeface="Times New Roman" pitchFamily="18" charset="0"/>
              <a:cs typeface="Times New Roman" pitchFamily="18" charset="0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Purpose of pig:-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>
              <a:buNone/>
            </a:pPr>
            <a:endParaRPr lang="en-US" sz="2000" b="1" dirty="0" smtClean="0">
              <a:latin typeface="Times New Roman" pitchFamily="18" charset="0"/>
              <a:cs typeface="Times New Roman" pitchFamily="18" charset="0"/>
            </a:endParaRPr>
          </a:p>
          <a:p>
            <a:r>
              <a:rPr lang="en-US" sz="2000" b="1" dirty="0" smtClean="0">
                <a:latin typeface="Times New Roman" pitchFamily="18" charset="0"/>
                <a:cs typeface="Times New Roman" pitchFamily="18" charset="0"/>
              </a:rPr>
              <a:t>Web Analytics</a:t>
            </a:r>
          </a:p>
          <a:p>
            <a:r>
              <a:rPr lang="en-US" sz="2000" b="1" dirty="0" smtClean="0">
                <a:latin typeface="Times New Roman" pitchFamily="18" charset="0"/>
                <a:cs typeface="Times New Roman" pitchFamily="18" charset="0"/>
              </a:rPr>
              <a:t>Fraud Detection</a:t>
            </a:r>
          </a:p>
          <a:p>
            <a:r>
              <a:rPr lang="en-US" sz="2000" b="1" dirty="0" smtClean="0">
                <a:latin typeface="Times New Roman" pitchFamily="18" charset="0"/>
                <a:cs typeface="Times New Roman" pitchFamily="18" charset="0"/>
              </a:rPr>
              <a:t>Customer Relationship Management (CRM)</a:t>
            </a:r>
          </a:p>
          <a:p>
            <a:r>
              <a:rPr lang="en-US" sz="2000" b="1" dirty="0" smtClean="0">
                <a:latin typeface="Times New Roman" pitchFamily="18" charset="0"/>
                <a:cs typeface="Times New Roman" pitchFamily="18" charset="0"/>
              </a:rPr>
              <a:t>Scientific Research</a:t>
            </a:r>
          </a:p>
          <a:p>
            <a:r>
              <a:rPr lang="en-US" sz="2000" b="1" dirty="0" smtClean="0">
                <a:latin typeface="Times New Roman" pitchFamily="18" charset="0"/>
                <a:cs typeface="Times New Roman" pitchFamily="18" charset="0"/>
              </a:rPr>
              <a:t>Financial Modeling</a:t>
            </a:r>
          </a:p>
          <a:p>
            <a:pPr>
              <a:buNone/>
            </a:pPr>
            <a:r>
              <a:rPr lang="en-US" sz="2000" b="1" dirty="0" smtClean="0">
                <a:latin typeface="Times New Roman" pitchFamily="18" charset="0"/>
                <a:cs typeface="Times New Roman" pitchFamily="18" charset="0"/>
              </a:rPr>
              <a:t/>
            </a:r>
            <a:br>
              <a:rPr lang="en-US" sz="2000" b="1" dirty="0" smtClean="0">
                <a:latin typeface="Times New Roman" pitchFamily="18" charset="0"/>
                <a:cs typeface="Times New Roman" pitchFamily="18" charset="0"/>
              </a:rPr>
            </a:br>
            <a:endParaRPr lang="en-US" sz="2000" b="1" dirty="0">
              <a:latin typeface="Times New Roman" pitchFamily="18" charset="0"/>
              <a:cs typeface="Times New Roman" pitchFamily="18" charset="0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320040"/>
            <a:ext cx="7239000" cy="1127760"/>
          </a:xfrm>
        </p:spPr>
        <p:txBody>
          <a:bodyPr/>
          <a:lstStyle/>
          <a:p>
            <a:r>
              <a:rPr lang="en-US" dirty="0" smtClean="0"/>
              <a:t>Shell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sz="2000" dirty="0" smtClean="0">
                <a:latin typeface="Times New Roman" pitchFamily="18" charset="0"/>
                <a:cs typeface="Times New Roman" pitchFamily="18" charset="0"/>
              </a:rPr>
              <a:t>Command-line Interface of an operating system. </a:t>
            </a:r>
          </a:p>
          <a:p>
            <a:pPr>
              <a:buNone/>
            </a:pPr>
            <a:endParaRPr lang="en-US" sz="2000" dirty="0" smtClean="0">
              <a:latin typeface="Times New Roman" pitchFamily="18" charset="0"/>
              <a:cs typeface="Times New Roman" pitchFamily="18" charset="0"/>
            </a:endParaRPr>
          </a:p>
          <a:p>
            <a:r>
              <a:rPr lang="en-US" sz="2000" dirty="0" smtClean="0">
                <a:latin typeface="Times New Roman" pitchFamily="18" charset="0"/>
                <a:cs typeface="Times New Roman" pitchFamily="18" charset="0"/>
              </a:rPr>
              <a:t>The shell gives you the ability to interact with your operating system by typing in commands and receiving output. </a:t>
            </a:r>
          </a:p>
          <a:p>
            <a:pPr>
              <a:buNone/>
            </a:pPr>
            <a:endParaRPr lang="en-US" sz="2000" dirty="0" smtClean="0">
              <a:latin typeface="Times New Roman" pitchFamily="18" charset="0"/>
              <a:cs typeface="Times New Roman" pitchFamily="18" charset="0"/>
            </a:endParaRPr>
          </a:p>
          <a:p>
            <a:r>
              <a:rPr lang="en-US" sz="2000" dirty="0" smtClean="0">
                <a:latin typeface="Times New Roman" pitchFamily="18" charset="0"/>
                <a:cs typeface="Times New Roman" pitchFamily="18" charset="0"/>
              </a:rPr>
              <a:t>Popular shells include Bash, Zsh, and Power Shell. </a:t>
            </a:r>
            <a:endParaRPr lang="en-US" sz="2000" dirty="0">
              <a:latin typeface="Times New Roman" pitchFamily="18" charset="0"/>
              <a:cs typeface="Times New Roman" pitchFamily="18" charset="0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>
                <a:solidFill>
                  <a:srgbClr val="FF0000"/>
                </a:solidFill>
              </a:rPr>
              <a:t>Apache Pig Grunt</a:t>
            </a:r>
            <a:endParaRPr lang="en-US" dirty="0">
              <a:solidFill>
                <a:srgbClr val="FF0000"/>
              </a:solidFill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Autofit/>
          </a:bodyPr>
          <a:lstStyle/>
          <a:p>
            <a:r>
              <a:rPr lang="en-US" sz="2000" dirty="0" smtClean="0">
                <a:latin typeface="Times New Roman" pitchFamily="18" charset="0"/>
                <a:cs typeface="Times New Roman" pitchFamily="18" charset="0"/>
              </a:rPr>
              <a:t>It is an interactive shell that allows users to enter Pig Latin commands directly for execution. </a:t>
            </a:r>
          </a:p>
          <a:p>
            <a:r>
              <a:rPr lang="en-US" sz="2000" dirty="0" smtClean="0">
                <a:latin typeface="Times New Roman" pitchFamily="18" charset="0"/>
                <a:cs typeface="Times New Roman" pitchFamily="18" charset="0"/>
              </a:rPr>
              <a:t>It also provides a shell for users to interact with HDFS and local file system commands.</a:t>
            </a:r>
          </a:p>
          <a:p>
            <a:r>
              <a:rPr lang="en-US" sz="2000" dirty="0" smtClean="0">
                <a:latin typeface="Times New Roman" pitchFamily="18" charset="0"/>
                <a:cs typeface="Times New Roman" pitchFamily="18" charset="0"/>
              </a:rPr>
              <a:t>Grunt is a powerful tool for data processing and analysis. </a:t>
            </a:r>
          </a:p>
          <a:p>
            <a:pPr>
              <a:buNone/>
            </a:pPr>
            <a:endParaRPr lang="en-US" sz="2000" dirty="0" smtClean="0">
              <a:latin typeface="Times New Roman" pitchFamily="18" charset="0"/>
              <a:cs typeface="Times New Roman" pitchFamily="18" charset="0"/>
            </a:endParaRPr>
          </a:p>
          <a:p>
            <a:pPr>
              <a:buNone/>
            </a:pPr>
            <a:r>
              <a:rPr lang="en-US" sz="2000" dirty="0" smtClean="0">
                <a:latin typeface="Times New Roman" pitchFamily="18" charset="0"/>
                <a:cs typeface="Times New Roman" pitchFamily="18" charset="0"/>
              </a:rPr>
              <a:t>It can be used to perform a wide range of tasks, including:</a:t>
            </a:r>
          </a:p>
          <a:p>
            <a:r>
              <a:rPr lang="en-US" sz="2000" dirty="0" smtClean="0">
                <a:latin typeface="Times New Roman" pitchFamily="18" charset="0"/>
                <a:cs typeface="Times New Roman" pitchFamily="18" charset="0"/>
              </a:rPr>
              <a:t>Loading and storing data from HDFS, local file systems, and other data sources</a:t>
            </a:r>
          </a:p>
          <a:p>
            <a:r>
              <a:rPr lang="en-US" sz="2000" dirty="0" smtClean="0">
                <a:latin typeface="Times New Roman" pitchFamily="18" charset="0"/>
                <a:cs typeface="Times New Roman" pitchFamily="18" charset="0"/>
              </a:rPr>
              <a:t>Filtering, sorting, and joining data</a:t>
            </a:r>
          </a:p>
          <a:p>
            <a:r>
              <a:rPr lang="en-US" sz="2000" dirty="0" smtClean="0">
                <a:latin typeface="Times New Roman" pitchFamily="18" charset="0"/>
                <a:cs typeface="Times New Roman" pitchFamily="18" charset="0"/>
              </a:rPr>
              <a:t>Performing aggregations and calculations</a:t>
            </a:r>
          </a:p>
          <a:p>
            <a:r>
              <a:rPr lang="en-US" sz="2000" dirty="0" smtClean="0">
                <a:latin typeface="Times New Roman" pitchFamily="18" charset="0"/>
                <a:cs typeface="Times New Roman" pitchFamily="18" charset="0"/>
              </a:rPr>
              <a:t>Generating reports and visualizations</a:t>
            </a:r>
          </a:p>
          <a:p>
            <a:r>
              <a:rPr lang="en-US" sz="2000" dirty="0" smtClean="0">
                <a:latin typeface="Times New Roman" pitchFamily="18" charset="0"/>
                <a:cs typeface="Times New Roman" pitchFamily="18" charset="0"/>
              </a:rPr>
              <a:t>Grunt is also a good way to learn Pig Latin, as it provides immediate feedback on the commands that you enter.</a:t>
            </a:r>
          </a:p>
          <a:p>
            <a:pPr>
              <a:buNone/>
            </a:pPr>
            <a:r>
              <a:rPr lang="en-US" sz="2000" dirty="0" smtClean="0">
                <a:latin typeface="Times New Roman" pitchFamily="18" charset="0"/>
                <a:cs typeface="Times New Roman" pitchFamily="18" charset="0"/>
              </a:rPr>
              <a:t/>
            </a:r>
            <a:br>
              <a:rPr lang="en-US" sz="2000" dirty="0" smtClean="0">
                <a:latin typeface="Times New Roman" pitchFamily="18" charset="0"/>
                <a:cs typeface="Times New Roman" pitchFamily="18" charset="0"/>
              </a:rPr>
            </a:br>
            <a:endParaRPr lang="en-US" sz="2000" dirty="0">
              <a:latin typeface="Times New Roman" pitchFamily="18" charset="0"/>
              <a:cs typeface="Times New Roman" pitchFamily="18" charset="0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609600"/>
            <a:ext cx="7239000" cy="670560"/>
          </a:xfrm>
        </p:spPr>
        <p:txBody>
          <a:bodyPr>
            <a:noAutofit/>
          </a:bodyPr>
          <a:lstStyle/>
          <a:p>
            <a:r>
              <a:rPr lang="en-US" sz="2000" b="0" dirty="0" smtClean="0">
                <a:latin typeface="Times New Roman" pitchFamily="18" charset="0"/>
                <a:cs typeface="Times New Roman" pitchFamily="18" charset="0"/>
              </a:rPr>
              <a:t/>
            </a:r>
            <a:br>
              <a:rPr lang="en-US" sz="2000" b="0" dirty="0" smtClean="0">
                <a:latin typeface="Times New Roman" pitchFamily="18" charset="0"/>
                <a:cs typeface="Times New Roman" pitchFamily="18" charset="0"/>
              </a:rPr>
            </a:br>
            <a:r>
              <a:rPr lang="en-US" sz="2000" b="0" dirty="0" smtClean="0">
                <a:latin typeface="Times New Roman" pitchFamily="18" charset="0"/>
                <a:cs typeface="Times New Roman" pitchFamily="18" charset="0"/>
              </a:rPr>
              <a:t/>
            </a:r>
            <a:br>
              <a:rPr lang="en-US" sz="2000" b="0" dirty="0" smtClean="0">
                <a:latin typeface="Times New Roman" pitchFamily="18" charset="0"/>
                <a:cs typeface="Times New Roman" pitchFamily="18" charset="0"/>
              </a:rPr>
            </a:br>
            <a:r>
              <a:rPr lang="en-US" sz="2000" b="0" dirty="0" smtClean="0">
                <a:latin typeface="Times New Roman" pitchFamily="18" charset="0"/>
                <a:cs typeface="Times New Roman" pitchFamily="18" charset="0"/>
              </a:rPr>
              <a:t>To start the Grunt shell, simply open a terminal window and type the following command:</a:t>
            </a:r>
            <a:br>
              <a:rPr lang="en-US" sz="2000" b="0" dirty="0" smtClean="0">
                <a:latin typeface="Times New Roman" pitchFamily="18" charset="0"/>
                <a:cs typeface="Times New Roman" pitchFamily="18" charset="0"/>
              </a:rPr>
            </a:br>
            <a:r>
              <a:rPr lang="en-US" sz="2000" dirty="0" smtClean="0">
                <a:latin typeface="Times New Roman" pitchFamily="18" charset="0"/>
                <a:cs typeface="Times New Roman" pitchFamily="18" charset="0"/>
              </a:rPr>
              <a:t/>
            </a:r>
            <a:br>
              <a:rPr lang="en-US" sz="2000" dirty="0" smtClean="0">
                <a:latin typeface="Times New Roman" pitchFamily="18" charset="0"/>
                <a:cs typeface="Times New Roman" pitchFamily="18" charset="0"/>
              </a:rPr>
            </a:br>
            <a:endParaRPr lang="en-US" sz="2000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52400" y="1371600"/>
            <a:ext cx="7620000" cy="5715000"/>
          </a:xfrm>
        </p:spPr>
        <p:txBody>
          <a:bodyPr>
            <a:normAutofit/>
          </a:bodyPr>
          <a:lstStyle/>
          <a:p>
            <a:pPr>
              <a:buNone/>
            </a:pPr>
            <a:r>
              <a:rPr lang="en-US" sz="2000" dirty="0" smtClean="0">
                <a:latin typeface="Times New Roman" pitchFamily="18" charset="0"/>
                <a:cs typeface="Times New Roman" pitchFamily="18" charset="0"/>
              </a:rPr>
              <a:t>If you want to connect to a Hadoop cluster, you can use the following command instead:</a:t>
            </a:r>
          </a:p>
          <a:p>
            <a:r>
              <a:rPr lang="en-US" sz="2000" dirty="0" smtClean="0">
                <a:latin typeface="Times New Roman" pitchFamily="18" charset="0"/>
                <a:cs typeface="Times New Roman" pitchFamily="18" charset="0"/>
              </a:rPr>
              <a:t>" pig -x mapreduce “</a:t>
            </a:r>
          </a:p>
          <a:p>
            <a:pPr>
              <a:buNone/>
            </a:pPr>
            <a:endParaRPr lang="en-US" sz="2000" dirty="0" smtClean="0">
              <a:latin typeface="Times New Roman" pitchFamily="18" charset="0"/>
              <a:cs typeface="Times New Roman" pitchFamily="18" charset="0"/>
            </a:endParaRPr>
          </a:p>
          <a:p>
            <a:pPr>
              <a:buNone/>
            </a:pPr>
            <a:r>
              <a:rPr lang="en-US" sz="2000" dirty="0" smtClean="0">
                <a:latin typeface="Times New Roman" pitchFamily="18" charset="0"/>
                <a:cs typeface="Times New Roman" pitchFamily="18" charset="0"/>
              </a:rPr>
              <a:t>the following command will load a data file from your local file system:</a:t>
            </a:r>
          </a:p>
          <a:p>
            <a:r>
              <a:rPr lang="en-US" sz="2000" dirty="0" smtClean="0">
                <a:latin typeface="Times New Roman" pitchFamily="18" charset="0"/>
                <a:cs typeface="Times New Roman" pitchFamily="18" charset="0"/>
              </a:rPr>
              <a:t>" A = LOAD '/path/to/datafile.csv' AS (name, age, country); “</a:t>
            </a:r>
          </a:p>
          <a:p>
            <a:pPr>
              <a:buNone/>
            </a:pPr>
            <a:endParaRPr lang="en-US" sz="2000" dirty="0" smtClean="0">
              <a:latin typeface="Times New Roman" pitchFamily="18" charset="0"/>
              <a:cs typeface="Times New Roman" pitchFamily="18" charset="0"/>
            </a:endParaRPr>
          </a:p>
          <a:p>
            <a:pPr>
              <a:buNone/>
            </a:pPr>
            <a:r>
              <a:rPr lang="en-US" sz="2000" dirty="0" smtClean="0">
                <a:latin typeface="Times New Roman" pitchFamily="18" charset="0"/>
                <a:cs typeface="Times New Roman" pitchFamily="18" charset="0"/>
              </a:rPr>
              <a:t>the following command will filter the data to only include rows where the age is greater than 18:</a:t>
            </a:r>
          </a:p>
          <a:p>
            <a:r>
              <a:rPr lang="en-US" sz="2000" dirty="0" smtClean="0">
                <a:latin typeface="Times New Roman" pitchFamily="18" charset="0"/>
                <a:cs typeface="Times New Roman" pitchFamily="18" charset="0"/>
              </a:rPr>
              <a:t>" B = FILTER A BY age &gt; 18; </a:t>
            </a:r>
          </a:p>
          <a:p>
            <a:pPr>
              <a:buNone/>
            </a:pPr>
            <a:r>
              <a:rPr lang="en-US" sz="2000" dirty="0" smtClean="0">
                <a:latin typeface="Times New Roman" pitchFamily="18" charset="0"/>
                <a:cs typeface="Times New Roman" pitchFamily="18" charset="0"/>
              </a:rPr>
              <a:t/>
            </a:r>
            <a:br>
              <a:rPr lang="en-US" sz="2000" dirty="0" smtClean="0">
                <a:latin typeface="Times New Roman" pitchFamily="18" charset="0"/>
                <a:cs typeface="Times New Roman" pitchFamily="18" charset="0"/>
              </a:rPr>
            </a:br>
            <a:endParaRPr lang="en-US" sz="2000" dirty="0">
              <a:latin typeface="Times New Roman" pitchFamily="18" charset="0"/>
              <a:cs typeface="Times New Roman" pitchFamily="18" charset="0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320040"/>
            <a:ext cx="8763000" cy="1143000"/>
          </a:xfrm>
        </p:spPr>
        <p:txBody>
          <a:bodyPr/>
          <a:lstStyle/>
          <a:p>
            <a:r>
              <a:rPr lang="en-US" dirty="0" smtClean="0">
                <a:solidFill>
                  <a:srgbClr val="FF0000"/>
                </a:solidFill>
              </a:rPr>
              <a:t>Comparison Pig Vs Databases</a:t>
            </a:r>
            <a:endParaRPr lang="en-US" dirty="0">
              <a:solidFill>
                <a:srgbClr val="FF0000"/>
              </a:solidFill>
            </a:endParaRPr>
          </a:p>
        </p:txBody>
      </p:sp>
      <p:pic>
        <p:nvPicPr>
          <p:cNvPr id="4" name="Content Placeholder 3" descr="comp_pig.PNG"/>
          <p:cNvPicPr>
            <a:picLocks noGrp="1" noChangeAspect="1"/>
          </p:cNvPicPr>
          <p:nvPr>
            <p:ph idx="1"/>
          </p:nvPr>
        </p:nvPicPr>
        <p:blipFill>
          <a:blip r:embed="rId2"/>
          <a:srcRect t="8824"/>
          <a:stretch>
            <a:fillRect/>
          </a:stretch>
        </p:blipFill>
        <p:spPr>
          <a:xfrm>
            <a:off x="0" y="1524000"/>
            <a:ext cx="9143999" cy="5334000"/>
          </a:xfr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2800" dirty="0" smtClean="0">
                <a:latin typeface="Times New Roman" pitchFamily="18" charset="0"/>
                <a:cs typeface="Times New Roman" pitchFamily="18" charset="0"/>
              </a:rPr>
              <a:t>advantages of using Pig over databases:-</a:t>
            </a:r>
            <a:endParaRPr lang="en-US" sz="2800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>
              <a:buNone/>
            </a:pPr>
            <a:endParaRPr lang="en-US" sz="2000" dirty="0" smtClean="0">
              <a:latin typeface="Times New Roman" pitchFamily="18" charset="0"/>
              <a:cs typeface="Times New Roman" pitchFamily="18" charset="0"/>
            </a:endParaRPr>
          </a:p>
          <a:p>
            <a:r>
              <a:rPr lang="en-US" sz="2000" dirty="0" smtClean="0">
                <a:latin typeface="Times New Roman" pitchFamily="18" charset="0"/>
                <a:cs typeface="Times New Roman" pitchFamily="18" charset="0"/>
              </a:rPr>
              <a:t>Pig is easier to use than SQL, especially for users with no prior experience with SQL.</a:t>
            </a:r>
          </a:p>
          <a:p>
            <a:pPr>
              <a:buNone/>
            </a:pPr>
            <a:endParaRPr lang="en-US" sz="2000" dirty="0" smtClean="0">
              <a:latin typeface="Times New Roman" pitchFamily="18" charset="0"/>
              <a:cs typeface="Times New Roman" pitchFamily="18" charset="0"/>
            </a:endParaRPr>
          </a:p>
          <a:p>
            <a:r>
              <a:rPr lang="en-US" sz="2000" dirty="0" smtClean="0">
                <a:latin typeface="Times New Roman" pitchFamily="18" charset="0"/>
                <a:cs typeface="Times New Roman" pitchFamily="18" charset="0"/>
              </a:rPr>
              <a:t>Pig is more flexible than databases, as it can be used to process and analyze data from a variety of sources, including HDFS, local file systems, and relational databases.</a:t>
            </a:r>
          </a:p>
          <a:p>
            <a:pPr>
              <a:buNone/>
            </a:pPr>
            <a:endParaRPr lang="en-US" sz="2000" dirty="0" smtClean="0">
              <a:latin typeface="Times New Roman" pitchFamily="18" charset="0"/>
              <a:cs typeface="Times New Roman" pitchFamily="18" charset="0"/>
            </a:endParaRPr>
          </a:p>
          <a:p>
            <a:r>
              <a:rPr lang="en-US" sz="2000" dirty="0" smtClean="0">
                <a:latin typeface="Times New Roman" pitchFamily="18" charset="0"/>
                <a:cs typeface="Times New Roman" pitchFamily="18" charset="0"/>
              </a:rPr>
              <a:t>Pig is more scalable than databases, as it can be used to process large datasets on Hadoop clusters.</a:t>
            </a:r>
          </a:p>
          <a:p>
            <a:pPr>
              <a:buNone/>
            </a:pPr>
            <a:r>
              <a:rPr lang="en-US" sz="2000" dirty="0" smtClean="0">
                <a:latin typeface="Times New Roman" pitchFamily="18" charset="0"/>
                <a:cs typeface="Times New Roman" pitchFamily="18" charset="0"/>
              </a:rPr>
              <a:t/>
            </a:r>
            <a:br>
              <a:rPr lang="en-US" sz="2000" dirty="0" smtClean="0">
                <a:latin typeface="Times New Roman" pitchFamily="18" charset="0"/>
                <a:cs typeface="Times New Roman" pitchFamily="18" charset="0"/>
              </a:rPr>
            </a:br>
            <a:endParaRPr lang="en-US" sz="2000" dirty="0">
              <a:latin typeface="Times New Roman" pitchFamily="18" charset="0"/>
              <a:cs typeface="Times New Roman" pitchFamily="18" charset="0"/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>
                <a:solidFill>
                  <a:srgbClr val="FF0000"/>
                </a:solidFill>
              </a:rPr>
              <a:t>Pig Latin</a:t>
            </a:r>
            <a:endParaRPr lang="en-US" dirty="0">
              <a:solidFill>
                <a:srgbClr val="FF0000"/>
              </a:solidFill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sz="2000" dirty="0" smtClean="0">
                <a:latin typeface="Times New Roman" pitchFamily="18" charset="0"/>
                <a:cs typeface="Times New Roman" pitchFamily="18" charset="0"/>
              </a:rPr>
              <a:t>Apache Pig's Pig Latin is a </a:t>
            </a:r>
            <a:r>
              <a:rPr lang="en-US" sz="2000" b="1" dirty="0" smtClean="0">
                <a:latin typeface="Times New Roman" pitchFamily="18" charset="0"/>
                <a:cs typeface="Times New Roman" pitchFamily="18" charset="0"/>
              </a:rPr>
              <a:t>High-level Programming Language</a:t>
            </a:r>
            <a:r>
              <a:rPr lang="en-US" sz="2000" dirty="0" smtClean="0">
                <a:latin typeface="Times New Roman" pitchFamily="18" charset="0"/>
                <a:cs typeface="Times New Roman" pitchFamily="18" charset="0"/>
              </a:rPr>
              <a:t> that makes it easy to </a:t>
            </a:r>
            <a:r>
              <a:rPr lang="en-US" sz="2000" b="1" dirty="0" smtClean="0">
                <a:latin typeface="Times New Roman" pitchFamily="18" charset="0"/>
                <a:cs typeface="Times New Roman" pitchFamily="18" charset="0"/>
              </a:rPr>
              <a:t>Process And Analyze</a:t>
            </a:r>
            <a:r>
              <a:rPr lang="en-US" sz="2000" dirty="0" smtClean="0">
                <a:latin typeface="Times New Roman" pitchFamily="18" charset="0"/>
                <a:cs typeface="Times New Roman" pitchFamily="18" charset="0"/>
              </a:rPr>
              <a:t> large datasets. </a:t>
            </a:r>
          </a:p>
          <a:p>
            <a:pPr>
              <a:buNone/>
            </a:pPr>
            <a:endParaRPr lang="en-US" sz="2000" dirty="0" smtClean="0">
              <a:latin typeface="Times New Roman" pitchFamily="18" charset="0"/>
              <a:cs typeface="Times New Roman" pitchFamily="18" charset="0"/>
            </a:endParaRPr>
          </a:p>
          <a:p>
            <a:r>
              <a:rPr lang="en-US" sz="2000" dirty="0" smtClean="0">
                <a:latin typeface="Times New Roman" pitchFamily="18" charset="0"/>
                <a:cs typeface="Times New Roman" pitchFamily="18" charset="0"/>
              </a:rPr>
              <a:t>Pig Latin scripts are compiled into MapReduce jobs, which are then executed on Hadoop nodes.</a:t>
            </a:r>
          </a:p>
          <a:p>
            <a:pPr>
              <a:buNone/>
            </a:pPr>
            <a:endParaRPr lang="en-US" sz="2000" dirty="0" smtClean="0">
              <a:latin typeface="Times New Roman" pitchFamily="18" charset="0"/>
              <a:cs typeface="Times New Roman" pitchFamily="18" charset="0"/>
            </a:endParaRPr>
          </a:p>
          <a:p>
            <a:r>
              <a:rPr lang="en-US" sz="2000" dirty="0" smtClean="0">
                <a:latin typeface="Times New Roman" pitchFamily="18" charset="0"/>
                <a:cs typeface="Times New Roman" pitchFamily="18" charset="0"/>
              </a:rPr>
              <a:t>Pig Latin is a dataflow language, which means that it describes how data should be processed, but not how it should be implemented.</a:t>
            </a:r>
          </a:p>
          <a:p>
            <a:pPr>
              <a:buNone/>
            </a:pPr>
            <a:endParaRPr lang="en-US" sz="2000" dirty="0" smtClean="0">
              <a:latin typeface="Times New Roman" pitchFamily="18" charset="0"/>
              <a:cs typeface="Times New Roman" pitchFamily="18" charset="0"/>
            </a:endParaRPr>
          </a:p>
          <a:p>
            <a:r>
              <a:rPr lang="en-US" sz="2000" dirty="0" smtClean="0">
                <a:latin typeface="Times New Roman" pitchFamily="18" charset="0"/>
                <a:cs typeface="Times New Roman" pitchFamily="18" charset="0"/>
              </a:rPr>
              <a:t> This makes Pig Latin easy to learn and use, even for users with no prior experience with Hadoop or MapReduce.</a:t>
            </a:r>
            <a:br>
              <a:rPr lang="en-US" sz="2000" dirty="0" smtClean="0">
                <a:latin typeface="Times New Roman" pitchFamily="18" charset="0"/>
                <a:cs typeface="Times New Roman" pitchFamily="18" charset="0"/>
              </a:rPr>
            </a:br>
            <a:endParaRPr lang="en-US" sz="2000" dirty="0">
              <a:latin typeface="Times New Roman" pitchFamily="18" charset="0"/>
              <a:cs typeface="Times New Roman" pitchFamily="18" charset="0"/>
            </a:endParaRP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Content Placeholder 3" descr="pig_latin.PNG"/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-1" y="0"/>
            <a:ext cx="9154559" cy="6858000"/>
          </a:xfrm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320040"/>
            <a:ext cx="7239000" cy="594360"/>
          </a:xfrm>
        </p:spPr>
        <p:txBody>
          <a:bodyPr>
            <a:normAutofit/>
          </a:bodyPr>
          <a:lstStyle/>
          <a:p>
            <a:pPr algn="ctr"/>
            <a:r>
              <a:rPr lang="en-US" sz="3600" dirty="0" smtClean="0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</a:rPr>
              <a:t>User defined functions</a:t>
            </a:r>
            <a:endParaRPr lang="en-US" sz="3600" dirty="0">
              <a:solidFill>
                <a:srgbClr val="FF0000"/>
              </a:solidFill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28600" y="990600"/>
            <a:ext cx="7696200" cy="5562600"/>
          </a:xfrm>
        </p:spPr>
        <p:txBody>
          <a:bodyPr>
            <a:noAutofit/>
          </a:bodyPr>
          <a:lstStyle/>
          <a:p>
            <a:r>
              <a:rPr lang="en-US" sz="2000" dirty="0" smtClean="0">
                <a:latin typeface="Times New Roman" pitchFamily="18" charset="0"/>
                <a:cs typeface="Times New Roman" pitchFamily="18" charset="0"/>
              </a:rPr>
              <a:t>User defined functions (UDFs) are </a:t>
            </a:r>
            <a:r>
              <a:rPr lang="en-US" sz="2000" b="1" dirty="0" smtClean="0">
                <a:latin typeface="Times New Roman" pitchFamily="18" charset="0"/>
                <a:cs typeface="Times New Roman" pitchFamily="18" charset="0"/>
              </a:rPr>
              <a:t>Custom Functions</a:t>
            </a:r>
            <a:r>
              <a:rPr lang="en-US" sz="2000" dirty="0" smtClean="0">
                <a:latin typeface="Times New Roman" pitchFamily="18" charset="0"/>
                <a:cs typeface="Times New Roman" pitchFamily="18" charset="0"/>
              </a:rPr>
              <a:t> that can be written to perform </a:t>
            </a:r>
            <a:r>
              <a:rPr lang="en-US" sz="2000" b="1" dirty="0" smtClean="0">
                <a:latin typeface="Times New Roman" pitchFamily="18" charset="0"/>
                <a:cs typeface="Times New Roman" pitchFamily="18" charset="0"/>
              </a:rPr>
              <a:t>Complex Data Processing Tasks</a:t>
            </a:r>
            <a:r>
              <a:rPr lang="en-US" sz="2000" dirty="0" smtClean="0">
                <a:latin typeface="Times New Roman" pitchFamily="18" charset="0"/>
                <a:cs typeface="Times New Roman" pitchFamily="18" charset="0"/>
              </a:rPr>
              <a:t>.</a:t>
            </a:r>
          </a:p>
          <a:p>
            <a:pPr>
              <a:buNone/>
            </a:pPr>
            <a:endParaRPr lang="en-US" sz="2000" dirty="0" smtClean="0">
              <a:latin typeface="Times New Roman" pitchFamily="18" charset="0"/>
              <a:cs typeface="Times New Roman" pitchFamily="18" charset="0"/>
            </a:endParaRPr>
          </a:p>
          <a:p>
            <a:r>
              <a:rPr lang="en-US" sz="2000" dirty="0" smtClean="0">
                <a:latin typeface="Times New Roman" pitchFamily="18" charset="0"/>
                <a:cs typeface="Times New Roman" pitchFamily="18" charset="0"/>
              </a:rPr>
              <a:t> UDFs can be written in </a:t>
            </a:r>
            <a:r>
              <a:rPr lang="en-US" sz="2000" b="1" dirty="0" smtClean="0">
                <a:latin typeface="Times New Roman" pitchFamily="18" charset="0"/>
                <a:cs typeface="Times New Roman" pitchFamily="18" charset="0"/>
              </a:rPr>
              <a:t>Java, Python,  JavaScript, Ruby, And Groovy</a:t>
            </a:r>
            <a:r>
              <a:rPr lang="en-US" sz="2000" dirty="0" smtClean="0">
                <a:latin typeface="Times New Roman" pitchFamily="18" charset="0"/>
                <a:cs typeface="Times New Roman" pitchFamily="18" charset="0"/>
              </a:rPr>
              <a:t>. </a:t>
            </a:r>
          </a:p>
          <a:p>
            <a:endParaRPr lang="en-US" sz="2000" dirty="0" smtClean="0">
              <a:latin typeface="Times New Roman" pitchFamily="18" charset="0"/>
              <a:cs typeface="Times New Roman" pitchFamily="18" charset="0"/>
            </a:endParaRPr>
          </a:p>
          <a:p>
            <a:r>
              <a:rPr lang="en-US" sz="2000" b="1" dirty="0" smtClean="0">
                <a:latin typeface="Times New Roman" pitchFamily="18" charset="0"/>
                <a:cs typeface="Times New Roman" pitchFamily="18" charset="0"/>
              </a:rPr>
              <a:t>Java UDFs</a:t>
            </a:r>
            <a:r>
              <a:rPr lang="en-US" sz="2000" dirty="0" smtClean="0">
                <a:latin typeface="Times New Roman" pitchFamily="18" charset="0"/>
                <a:cs typeface="Times New Roman" pitchFamily="18" charset="0"/>
              </a:rPr>
              <a:t> are the most efficient and widely used.</a:t>
            </a:r>
          </a:p>
          <a:p>
            <a:pPr>
              <a:buNone/>
            </a:pPr>
            <a:endParaRPr lang="en-US" sz="2000" dirty="0" smtClean="0">
              <a:latin typeface="Times New Roman" pitchFamily="18" charset="0"/>
              <a:cs typeface="Times New Roman" pitchFamily="18" charset="0"/>
            </a:endParaRPr>
          </a:p>
          <a:p>
            <a:r>
              <a:rPr lang="en-US" sz="2000" dirty="0" smtClean="0">
                <a:latin typeface="Times New Roman" pitchFamily="18" charset="0"/>
                <a:cs typeface="Times New Roman" pitchFamily="18" charset="0"/>
              </a:rPr>
              <a:t>To write a UDF, you need to create a Java class that implements the org.apache.pig.EvalFunc interface. </a:t>
            </a:r>
          </a:p>
          <a:p>
            <a:r>
              <a:rPr lang="en-US" sz="2000" dirty="0" smtClean="0">
                <a:latin typeface="Times New Roman" pitchFamily="18" charset="0"/>
                <a:cs typeface="Times New Roman" pitchFamily="18" charset="0"/>
              </a:rPr>
              <a:t>This interface defines a single method, exec(), which is responsible for evaluating the UDF.</a:t>
            </a:r>
          </a:p>
          <a:p>
            <a:r>
              <a:rPr lang="en-US" sz="2000" dirty="0" smtClean="0">
                <a:latin typeface="Times New Roman" pitchFamily="18" charset="0"/>
                <a:cs typeface="Times New Roman" pitchFamily="18" charset="0"/>
              </a:rPr>
              <a:t>The exec() method takes a tuple as input and returns a Pig value as output. The tuple contains the input parameters to the UDF. </a:t>
            </a:r>
          </a:p>
          <a:p>
            <a:r>
              <a:rPr lang="en-US" sz="2000" dirty="0" smtClean="0">
                <a:latin typeface="Times New Roman" pitchFamily="18" charset="0"/>
                <a:cs typeface="Times New Roman" pitchFamily="18" charset="0"/>
              </a:rPr>
              <a:t>The Pig value returned by the exec() method is the output of the UDF.</a:t>
            </a:r>
            <a:br>
              <a:rPr lang="en-US" sz="2000" dirty="0" smtClean="0">
                <a:latin typeface="Times New Roman" pitchFamily="18" charset="0"/>
                <a:cs typeface="Times New Roman" pitchFamily="18" charset="0"/>
              </a:rPr>
            </a:br>
            <a:endParaRPr lang="en-US" sz="2000" dirty="0">
              <a:latin typeface="Times New Roman" pitchFamily="18" charset="0"/>
              <a:cs typeface="Times New Roman" pitchFamily="18" charset="0"/>
            </a:endParaRP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Content Placeholder 3" descr="usr_defined_functions.PNG"/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-1" y="0"/>
            <a:ext cx="9243519" cy="6858000"/>
          </a:xfrm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0"/>
            <a:ext cx="7239000" cy="685800"/>
          </a:xfrm>
        </p:spPr>
        <p:txBody>
          <a:bodyPr>
            <a:normAutofit/>
          </a:bodyPr>
          <a:lstStyle/>
          <a:p>
            <a:pPr algn="ctr"/>
            <a:r>
              <a:rPr lang="en-US" sz="3200" dirty="0" smtClean="0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</a:rPr>
              <a:t>Data processing operators</a:t>
            </a:r>
            <a:endParaRPr lang="en-US" sz="3200" dirty="0">
              <a:solidFill>
                <a:srgbClr val="FF0000"/>
              </a:solidFill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762000"/>
            <a:ext cx="7543800" cy="5867400"/>
          </a:xfrm>
        </p:spPr>
        <p:txBody>
          <a:bodyPr>
            <a:normAutofit lnSpcReduction="10000"/>
          </a:bodyPr>
          <a:lstStyle/>
          <a:p>
            <a:r>
              <a:rPr lang="en-US" sz="2000" dirty="0" smtClean="0">
                <a:latin typeface="Times New Roman" pitchFamily="18" charset="0"/>
                <a:cs typeface="Times New Roman" pitchFamily="18" charset="0"/>
              </a:rPr>
              <a:t>Apache Pig data processing operators are used to transform data in Pig Latin scripts. </a:t>
            </a:r>
          </a:p>
          <a:p>
            <a:pPr>
              <a:buNone/>
            </a:pPr>
            <a:r>
              <a:rPr lang="en-US" sz="2000" dirty="0" smtClean="0">
                <a:latin typeface="Times New Roman" pitchFamily="18" charset="0"/>
                <a:cs typeface="Times New Roman" pitchFamily="18" charset="0"/>
              </a:rPr>
              <a:t>These operators can be classified into the following categories:</a:t>
            </a:r>
          </a:p>
          <a:p>
            <a:pPr>
              <a:buNone/>
            </a:pPr>
            <a:endParaRPr lang="en-US" sz="2000" dirty="0" smtClean="0">
              <a:latin typeface="Times New Roman" pitchFamily="18" charset="0"/>
              <a:cs typeface="Times New Roman" pitchFamily="18" charset="0"/>
            </a:endParaRPr>
          </a:p>
          <a:p>
            <a:r>
              <a:rPr lang="en-US" sz="2000" b="1" dirty="0" smtClean="0">
                <a:solidFill>
                  <a:srgbClr val="002060"/>
                </a:solidFill>
                <a:latin typeface="Times New Roman" pitchFamily="18" charset="0"/>
                <a:cs typeface="Times New Roman" pitchFamily="18" charset="0"/>
              </a:rPr>
              <a:t>Relational Operators</a:t>
            </a:r>
            <a:r>
              <a:rPr lang="en-US" sz="2000" dirty="0" smtClean="0">
                <a:latin typeface="Times New Roman" pitchFamily="18" charset="0"/>
                <a:cs typeface="Times New Roman" pitchFamily="18" charset="0"/>
              </a:rPr>
              <a:t>: These operators are used to perform common relational operations on data, such as</a:t>
            </a:r>
            <a:r>
              <a:rPr lang="en-US" sz="2000" b="1" dirty="0" smtClean="0">
                <a:latin typeface="Times New Roman" pitchFamily="18" charset="0"/>
                <a:cs typeface="Times New Roman" pitchFamily="18" charset="0"/>
              </a:rPr>
              <a:t> </a:t>
            </a:r>
          </a:p>
          <a:p>
            <a:pPr>
              <a:buNone/>
            </a:pPr>
            <a:r>
              <a:rPr lang="en-US" sz="2000" b="1" dirty="0" smtClean="0">
                <a:latin typeface="Times New Roman" pitchFamily="18" charset="0"/>
                <a:cs typeface="Times New Roman" pitchFamily="18" charset="0"/>
              </a:rPr>
              <a:t>Loading, </a:t>
            </a:r>
          </a:p>
          <a:p>
            <a:pPr>
              <a:buNone/>
            </a:pPr>
            <a:r>
              <a:rPr lang="en-US" sz="2000" b="1" dirty="0" smtClean="0">
                <a:latin typeface="Times New Roman" pitchFamily="18" charset="0"/>
                <a:cs typeface="Times New Roman" pitchFamily="18" charset="0"/>
              </a:rPr>
              <a:t>Storing, </a:t>
            </a:r>
          </a:p>
          <a:p>
            <a:pPr>
              <a:buNone/>
            </a:pPr>
            <a:r>
              <a:rPr lang="en-US" sz="2000" b="1" dirty="0" smtClean="0">
                <a:latin typeface="Times New Roman" pitchFamily="18" charset="0"/>
                <a:cs typeface="Times New Roman" pitchFamily="18" charset="0"/>
              </a:rPr>
              <a:t>Filtering, </a:t>
            </a:r>
          </a:p>
          <a:p>
            <a:pPr>
              <a:buNone/>
            </a:pPr>
            <a:r>
              <a:rPr lang="en-US" sz="2000" b="1" dirty="0" smtClean="0">
                <a:latin typeface="Times New Roman" pitchFamily="18" charset="0"/>
                <a:cs typeface="Times New Roman" pitchFamily="18" charset="0"/>
              </a:rPr>
              <a:t>Sorting, </a:t>
            </a:r>
          </a:p>
          <a:p>
            <a:pPr>
              <a:buNone/>
            </a:pPr>
            <a:r>
              <a:rPr lang="en-US" sz="2000" b="1" dirty="0" smtClean="0">
                <a:latin typeface="Times New Roman" pitchFamily="18" charset="0"/>
                <a:cs typeface="Times New Roman" pitchFamily="18" charset="0"/>
              </a:rPr>
              <a:t>Joining And Projecting Data.</a:t>
            </a:r>
          </a:p>
          <a:p>
            <a:pPr>
              <a:buNone/>
            </a:pPr>
            <a:endParaRPr lang="en-US" sz="2000" dirty="0" smtClean="0">
              <a:latin typeface="Times New Roman" pitchFamily="18" charset="0"/>
              <a:cs typeface="Times New Roman" pitchFamily="18" charset="0"/>
            </a:endParaRPr>
          </a:p>
          <a:p>
            <a:r>
              <a:rPr lang="en-US" sz="2000" b="1" dirty="0" smtClean="0">
                <a:solidFill>
                  <a:srgbClr val="002060"/>
                </a:solidFill>
                <a:latin typeface="Times New Roman" pitchFamily="18" charset="0"/>
                <a:cs typeface="Times New Roman" pitchFamily="18" charset="0"/>
              </a:rPr>
              <a:t>Aggregation Operators</a:t>
            </a:r>
            <a:r>
              <a:rPr lang="en-US" sz="2000" dirty="0" smtClean="0">
                <a:latin typeface="Times New Roman" pitchFamily="18" charset="0"/>
                <a:cs typeface="Times New Roman" pitchFamily="18" charset="0"/>
              </a:rPr>
              <a:t>: These operators are used to perform aggregate calculations on data, such as</a:t>
            </a:r>
            <a:r>
              <a:rPr lang="en-US" sz="2000" b="1" dirty="0" smtClean="0">
                <a:latin typeface="Times New Roman" pitchFamily="18" charset="0"/>
                <a:cs typeface="Times New Roman" pitchFamily="18" charset="0"/>
              </a:rPr>
              <a:t> </a:t>
            </a:r>
          </a:p>
          <a:p>
            <a:pPr>
              <a:buNone/>
            </a:pPr>
            <a:r>
              <a:rPr lang="en-US" sz="2000" b="1" dirty="0" smtClean="0">
                <a:latin typeface="Times New Roman" pitchFamily="18" charset="0"/>
                <a:cs typeface="Times New Roman" pitchFamily="18" charset="0"/>
              </a:rPr>
              <a:t>Counting, </a:t>
            </a:r>
          </a:p>
          <a:p>
            <a:pPr>
              <a:buNone/>
            </a:pPr>
            <a:r>
              <a:rPr lang="en-US" sz="2000" b="1" dirty="0" smtClean="0">
                <a:latin typeface="Times New Roman" pitchFamily="18" charset="0"/>
                <a:cs typeface="Times New Roman" pitchFamily="18" charset="0"/>
              </a:rPr>
              <a:t>Summing, </a:t>
            </a:r>
          </a:p>
          <a:p>
            <a:pPr>
              <a:buNone/>
            </a:pPr>
            <a:r>
              <a:rPr lang="en-US" sz="2000" b="1" dirty="0" smtClean="0">
                <a:latin typeface="Times New Roman" pitchFamily="18" charset="0"/>
                <a:cs typeface="Times New Roman" pitchFamily="18" charset="0"/>
              </a:rPr>
              <a:t>Averaging, And Finding The Minimum And Maximum Values</a:t>
            </a:r>
            <a:r>
              <a:rPr lang="en-US" sz="2000" dirty="0" smtClean="0">
                <a:latin typeface="Times New Roman" pitchFamily="18" charset="0"/>
                <a:cs typeface="Times New Roman" pitchFamily="18" charset="0"/>
              </a:rPr>
              <a:t>.</a:t>
            </a:r>
          </a:p>
          <a:p>
            <a:endParaRPr lang="en-US" sz="2000" dirty="0" smtClean="0">
              <a:latin typeface="Times New Roman" pitchFamily="18" charset="0"/>
              <a:cs typeface="Times New Roman" pitchFamily="18" charset="0"/>
            </a:endParaRPr>
          </a:p>
          <a:p>
            <a:endParaRPr lang="en-US" sz="2000" dirty="0" smtClean="0">
              <a:latin typeface="Times New Roman" pitchFamily="18" charset="0"/>
              <a:cs typeface="Times New Roman" pitchFamily="18" charset="0"/>
            </a:endParaRPr>
          </a:p>
          <a:p>
            <a:endParaRPr lang="en-US" sz="2000" dirty="0" smtClean="0">
              <a:latin typeface="Times New Roman" pitchFamily="18" charset="0"/>
              <a:cs typeface="Times New Roman" pitchFamily="18" charset="0"/>
            </a:endParaRPr>
          </a:p>
          <a:p>
            <a:pPr>
              <a:buNone/>
            </a:pPr>
            <a:endParaRPr lang="en-US" sz="2000" dirty="0">
              <a:latin typeface="Times New Roman" pitchFamily="18" charset="0"/>
              <a:cs typeface="Times New Roman" pitchFamily="18" charset="0"/>
            </a:endParaRP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sz="2000" b="1" dirty="0" smtClean="0">
                <a:solidFill>
                  <a:srgbClr val="002060"/>
                </a:solidFill>
                <a:latin typeface="Times New Roman" pitchFamily="18" charset="0"/>
                <a:cs typeface="Times New Roman" pitchFamily="18" charset="0"/>
              </a:rPr>
              <a:t>Map Operators</a:t>
            </a:r>
            <a:r>
              <a:rPr lang="en-US" sz="2000" dirty="0" smtClean="0">
                <a:latin typeface="Times New Roman" pitchFamily="18" charset="0"/>
                <a:cs typeface="Times New Roman" pitchFamily="18" charset="0"/>
              </a:rPr>
              <a:t>: These operators are used to perform operations on maps, which are </a:t>
            </a:r>
            <a:r>
              <a:rPr lang="en-US" sz="2000" b="1" dirty="0" smtClean="0">
                <a:latin typeface="Times New Roman" pitchFamily="18" charset="0"/>
                <a:cs typeface="Times New Roman" pitchFamily="18" charset="0"/>
              </a:rPr>
              <a:t>Key-value Pairs</a:t>
            </a:r>
            <a:r>
              <a:rPr lang="en-US" sz="2000" dirty="0" smtClean="0">
                <a:latin typeface="Times New Roman" pitchFamily="18" charset="0"/>
                <a:cs typeface="Times New Roman" pitchFamily="18" charset="0"/>
              </a:rPr>
              <a:t>.</a:t>
            </a:r>
          </a:p>
          <a:p>
            <a:pPr>
              <a:buNone/>
            </a:pPr>
            <a:endParaRPr lang="en-US" sz="2000" dirty="0" smtClean="0">
              <a:latin typeface="Times New Roman" pitchFamily="18" charset="0"/>
              <a:cs typeface="Times New Roman" pitchFamily="18" charset="0"/>
            </a:endParaRPr>
          </a:p>
          <a:p>
            <a:r>
              <a:rPr lang="en-US" sz="2000" b="1" dirty="0" smtClean="0">
                <a:solidFill>
                  <a:srgbClr val="002060"/>
                </a:solidFill>
                <a:latin typeface="Times New Roman" pitchFamily="18" charset="0"/>
                <a:cs typeface="Times New Roman" pitchFamily="18" charset="0"/>
              </a:rPr>
              <a:t>User-defined Functions</a:t>
            </a:r>
            <a:r>
              <a:rPr lang="en-US" sz="2000" dirty="0" smtClean="0">
                <a:latin typeface="Times New Roman" pitchFamily="18" charset="0"/>
                <a:cs typeface="Times New Roman" pitchFamily="18" charset="0"/>
              </a:rPr>
              <a:t> (UDFs): UDFs are custom functions that can be written to perform complex data processing tasks.</a:t>
            </a:r>
          </a:p>
          <a:p>
            <a:pPr>
              <a:buNone/>
            </a:pPr>
            <a:endParaRPr lang="en-US" sz="2000" dirty="0" smtClean="0">
              <a:latin typeface="Times New Roman" pitchFamily="18" charset="0"/>
              <a:cs typeface="Times New Roman" pitchFamily="18" charset="0"/>
            </a:endParaRPr>
          </a:p>
          <a:p>
            <a:r>
              <a:rPr lang="en-US" sz="2000" b="1" dirty="0" smtClean="0">
                <a:solidFill>
                  <a:srgbClr val="002060"/>
                </a:solidFill>
                <a:latin typeface="Times New Roman" pitchFamily="18" charset="0"/>
                <a:cs typeface="Times New Roman" pitchFamily="18" charset="0"/>
              </a:rPr>
              <a:t>Bag Operators</a:t>
            </a:r>
            <a:r>
              <a:rPr lang="en-US" sz="2000" dirty="0" smtClean="0">
                <a:latin typeface="Times New Roman" pitchFamily="18" charset="0"/>
                <a:cs typeface="Times New Roman" pitchFamily="18" charset="0"/>
              </a:rPr>
              <a:t>: These operators are used to perform operations on bags, which are </a:t>
            </a:r>
            <a:r>
              <a:rPr lang="en-US" sz="2000" b="1" dirty="0" smtClean="0">
                <a:latin typeface="Times New Roman" pitchFamily="18" charset="0"/>
                <a:cs typeface="Times New Roman" pitchFamily="18" charset="0"/>
              </a:rPr>
              <a:t>Collections Of Data Elements</a:t>
            </a:r>
            <a:r>
              <a:rPr lang="en-US" sz="2000" dirty="0" smtClean="0">
                <a:latin typeface="Times New Roman" pitchFamily="18" charset="0"/>
                <a:cs typeface="Times New Roman" pitchFamily="18" charset="0"/>
              </a:rPr>
              <a:t>.</a:t>
            </a:r>
            <a:endParaRPr lang="en-US" sz="20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320040"/>
            <a:ext cx="7239000" cy="441960"/>
          </a:xfrm>
        </p:spPr>
        <p:txBody>
          <a:bodyPr>
            <a:normAutofit/>
          </a:bodyPr>
          <a:lstStyle/>
          <a:p>
            <a:r>
              <a:rPr lang="en-US" sz="2000" dirty="0" smtClean="0"/>
              <a:t>Commonly used data processing operators:</a:t>
            </a:r>
            <a:endParaRPr lang="en-US" sz="2000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04800" y="914400"/>
            <a:ext cx="7772400" cy="5715000"/>
          </a:xfrm>
        </p:spPr>
        <p:txBody>
          <a:bodyPr>
            <a:noAutofit/>
          </a:bodyPr>
          <a:lstStyle/>
          <a:p>
            <a:endParaRPr lang="en-US" sz="2000" dirty="0" smtClean="0">
              <a:latin typeface="Times New Roman" pitchFamily="18" charset="0"/>
              <a:cs typeface="Times New Roman" pitchFamily="18" charset="0"/>
            </a:endParaRPr>
          </a:p>
          <a:p>
            <a:r>
              <a:rPr lang="en-US" sz="2000" dirty="0" smtClean="0">
                <a:latin typeface="Times New Roman" pitchFamily="18" charset="0"/>
                <a:cs typeface="Times New Roman" pitchFamily="18" charset="0"/>
              </a:rPr>
              <a:t>LOAD  -  Loads data from a file system or other data source into a Pig relation. </a:t>
            </a:r>
          </a:p>
          <a:p>
            <a:endParaRPr lang="en-US" sz="2000" dirty="0" smtClean="0">
              <a:latin typeface="Times New Roman" pitchFamily="18" charset="0"/>
              <a:cs typeface="Times New Roman" pitchFamily="18" charset="0"/>
            </a:endParaRPr>
          </a:p>
          <a:p>
            <a:r>
              <a:rPr lang="en-US" sz="2000" dirty="0" smtClean="0">
                <a:latin typeface="Times New Roman" pitchFamily="18" charset="0"/>
                <a:cs typeface="Times New Roman" pitchFamily="18" charset="0"/>
              </a:rPr>
              <a:t>STORE  - Stores data from a Pig relation to a file system or other data source. </a:t>
            </a:r>
          </a:p>
          <a:p>
            <a:endParaRPr lang="en-US" sz="2000" dirty="0" smtClean="0">
              <a:latin typeface="Times New Roman" pitchFamily="18" charset="0"/>
              <a:cs typeface="Times New Roman" pitchFamily="18" charset="0"/>
            </a:endParaRPr>
          </a:p>
          <a:p>
            <a:r>
              <a:rPr lang="en-US" sz="2000" dirty="0" smtClean="0">
                <a:latin typeface="Times New Roman" pitchFamily="18" charset="0"/>
                <a:cs typeface="Times New Roman" pitchFamily="18" charset="0"/>
              </a:rPr>
              <a:t>FILTER  -  Selects Tuples from a Pig relation based on a condition. </a:t>
            </a:r>
          </a:p>
          <a:p>
            <a:endParaRPr lang="en-US" sz="2000" dirty="0" smtClean="0">
              <a:latin typeface="Times New Roman" pitchFamily="18" charset="0"/>
              <a:cs typeface="Times New Roman" pitchFamily="18" charset="0"/>
            </a:endParaRPr>
          </a:p>
          <a:p>
            <a:r>
              <a:rPr lang="en-US" sz="2000" dirty="0" smtClean="0">
                <a:latin typeface="Times New Roman" pitchFamily="18" charset="0"/>
                <a:cs typeface="Times New Roman" pitchFamily="18" charset="0"/>
              </a:rPr>
              <a:t> ORDER BY -  Sorts Tuples in a Pig relation based on one or more columns. </a:t>
            </a:r>
          </a:p>
          <a:p>
            <a:endParaRPr lang="en-US" sz="2000" dirty="0" smtClean="0">
              <a:latin typeface="Times New Roman" pitchFamily="18" charset="0"/>
              <a:cs typeface="Times New Roman" pitchFamily="18" charset="0"/>
            </a:endParaRPr>
          </a:p>
          <a:p>
            <a:r>
              <a:rPr lang="en-US" sz="2000" dirty="0" smtClean="0">
                <a:latin typeface="Times New Roman" pitchFamily="18" charset="0"/>
                <a:cs typeface="Times New Roman" pitchFamily="18" charset="0"/>
              </a:rPr>
              <a:t> JOIN  - Joins two or more Pig relations based on a common column. </a:t>
            </a:r>
          </a:p>
          <a:p>
            <a:endParaRPr lang="en-US" sz="2000" dirty="0" smtClean="0">
              <a:latin typeface="Times New Roman" pitchFamily="18" charset="0"/>
              <a:cs typeface="Times New Roman" pitchFamily="18" charset="0"/>
            </a:endParaRPr>
          </a:p>
          <a:p>
            <a:r>
              <a:rPr lang="en-US" sz="2000" dirty="0" smtClean="0">
                <a:latin typeface="Times New Roman" pitchFamily="18" charset="0"/>
                <a:cs typeface="Times New Roman" pitchFamily="18" charset="0"/>
              </a:rPr>
              <a:t>GROUP BY  - Groups tuples in a Pig relation based on one or more columns.  </a:t>
            </a:r>
          </a:p>
          <a:p>
            <a:r>
              <a:rPr lang="en-US" sz="2000" dirty="0" smtClean="0">
                <a:latin typeface="Times New Roman" pitchFamily="18" charset="0"/>
                <a:cs typeface="Times New Roman" pitchFamily="18" charset="0"/>
              </a:rPr>
              <a:t>|</a:t>
            </a:r>
            <a:br>
              <a:rPr lang="en-US" sz="2000" dirty="0" smtClean="0">
                <a:latin typeface="Times New Roman" pitchFamily="18" charset="0"/>
                <a:cs typeface="Times New Roman" pitchFamily="18" charset="0"/>
              </a:rPr>
            </a:br>
            <a:endParaRPr lang="en-US" sz="2000" dirty="0">
              <a:latin typeface="Times New Roman" pitchFamily="18" charset="0"/>
              <a:cs typeface="Times New Roman" pitchFamily="18" charset="0"/>
            </a:endParaRP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28600" y="228600"/>
            <a:ext cx="7620000" cy="6400800"/>
          </a:xfrm>
        </p:spPr>
        <p:txBody>
          <a:bodyPr>
            <a:normAutofit/>
          </a:bodyPr>
          <a:lstStyle/>
          <a:p>
            <a:r>
              <a:rPr lang="en-US" sz="2000" dirty="0" smtClean="0">
                <a:latin typeface="Times New Roman" pitchFamily="18" charset="0"/>
                <a:cs typeface="Times New Roman" pitchFamily="18" charset="0"/>
              </a:rPr>
              <a:t> SUM - Calculates the sum of a column in a Pig relation.</a:t>
            </a:r>
          </a:p>
          <a:p>
            <a:pPr>
              <a:buNone/>
            </a:pPr>
            <a:endParaRPr lang="en-US" sz="2000" dirty="0" smtClean="0">
              <a:latin typeface="Times New Roman" pitchFamily="18" charset="0"/>
              <a:cs typeface="Times New Roman" pitchFamily="18" charset="0"/>
            </a:endParaRPr>
          </a:p>
          <a:p>
            <a:r>
              <a:rPr lang="en-US" sz="2000" dirty="0" smtClean="0">
                <a:latin typeface="Times New Roman" pitchFamily="18" charset="0"/>
                <a:cs typeface="Times New Roman" pitchFamily="18" charset="0"/>
              </a:rPr>
              <a:t> AVG - Calculates the average of a column in a Pig relation.</a:t>
            </a:r>
          </a:p>
          <a:p>
            <a:pPr>
              <a:buNone/>
            </a:pPr>
            <a:endParaRPr lang="en-US" sz="2000" dirty="0" smtClean="0">
              <a:latin typeface="Times New Roman" pitchFamily="18" charset="0"/>
              <a:cs typeface="Times New Roman" pitchFamily="18" charset="0"/>
            </a:endParaRPr>
          </a:p>
          <a:p>
            <a:r>
              <a:rPr lang="en-US" sz="2000" dirty="0" smtClean="0">
                <a:latin typeface="Times New Roman" pitchFamily="18" charset="0"/>
                <a:cs typeface="Times New Roman" pitchFamily="18" charset="0"/>
              </a:rPr>
              <a:t> MIN - Finds the minimum value in a column in a Pig relation.</a:t>
            </a:r>
          </a:p>
          <a:p>
            <a:pPr>
              <a:buNone/>
            </a:pPr>
            <a:endParaRPr lang="en-US" sz="2000" dirty="0" smtClean="0">
              <a:latin typeface="Times New Roman" pitchFamily="18" charset="0"/>
              <a:cs typeface="Times New Roman" pitchFamily="18" charset="0"/>
            </a:endParaRPr>
          </a:p>
          <a:p>
            <a:r>
              <a:rPr lang="en-US" sz="2000" dirty="0" smtClean="0">
                <a:latin typeface="Times New Roman" pitchFamily="18" charset="0"/>
                <a:cs typeface="Times New Roman" pitchFamily="18" charset="0"/>
              </a:rPr>
              <a:t> MAX -  Finds the maximum value in a column in a Pig relation.</a:t>
            </a:r>
          </a:p>
          <a:p>
            <a:pPr>
              <a:buNone/>
            </a:pPr>
            <a:endParaRPr lang="en-US" sz="2000" dirty="0" smtClean="0">
              <a:latin typeface="Times New Roman" pitchFamily="18" charset="0"/>
              <a:cs typeface="Times New Roman" pitchFamily="18" charset="0"/>
            </a:endParaRPr>
          </a:p>
          <a:p>
            <a:r>
              <a:rPr lang="en-US" sz="2000" dirty="0" smtClean="0">
                <a:latin typeface="Times New Roman" pitchFamily="18" charset="0"/>
                <a:cs typeface="Times New Roman" pitchFamily="18" charset="0"/>
              </a:rPr>
              <a:t> FOREACH - Applies a transformation to each tuple in a Pig relation. </a:t>
            </a:r>
          </a:p>
          <a:p>
            <a:pPr>
              <a:buNone/>
            </a:pPr>
            <a:endParaRPr lang="en-US" sz="2000" dirty="0" smtClean="0">
              <a:latin typeface="Times New Roman" pitchFamily="18" charset="0"/>
              <a:cs typeface="Times New Roman" pitchFamily="18" charset="0"/>
            </a:endParaRPr>
          </a:p>
          <a:p>
            <a:r>
              <a:rPr lang="en-US" sz="2000" dirty="0" smtClean="0">
                <a:latin typeface="Times New Roman" pitchFamily="18" charset="0"/>
                <a:cs typeface="Times New Roman" pitchFamily="18" charset="0"/>
              </a:rPr>
              <a:t>COGROUP - Groups tuples from two or more Pig relations based on a common column and performs a transformation on each group.</a:t>
            </a:r>
          </a:p>
          <a:p>
            <a:pPr>
              <a:buNone/>
            </a:pPr>
            <a:endParaRPr lang="en-US" sz="2000" dirty="0" smtClean="0">
              <a:latin typeface="Times New Roman" pitchFamily="18" charset="0"/>
              <a:cs typeface="Times New Roman" pitchFamily="18" charset="0"/>
            </a:endParaRPr>
          </a:p>
          <a:p>
            <a:r>
              <a:rPr lang="en-US" sz="2000" dirty="0" smtClean="0">
                <a:latin typeface="Times New Roman" pitchFamily="18" charset="0"/>
                <a:cs typeface="Times New Roman" pitchFamily="18" charset="0"/>
              </a:rPr>
              <a:t> DISTINCT  -  Removes duplicate tuples from a Pig relation.</a:t>
            </a:r>
          </a:p>
          <a:p>
            <a:pPr>
              <a:buNone/>
            </a:pPr>
            <a:r>
              <a:rPr lang="en-US" sz="2000" dirty="0" smtClean="0">
                <a:latin typeface="Times New Roman" pitchFamily="18" charset="0"/>
                <a:cs typeface="Times New Roman" pitchFamily="18" charset="0"/>
              </a:rPr>
              <a:t> </a:t>
            </a:r>
          </a:p>
          <a:p>
            <a:r>
              <a:rPr lang="en-US" sz="2000" dirty="0" smtClean="0">
                <a:latin typeface="Times New Roman" pitchFamily="18" charset="0"/>
                <a:cs typeface="Times New Roman" pitchFamily="18" charset="0"/>
              </a:rPr>
              <a:t>COUNT  - Counts the number of tuples in a Pig relation.</a:t>
            </a:r>
            <a:endParaRPr lang="en-US" sz="200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ctr"/>
            <a:r>
              <a:rPr lang="en-US" sz="3600" dirty="0" smtClean="0">
                <a:latin typeface="Times New Roman" pitchFamily="18" charset="0"/>
                <a:cs typeface="Times New Roman" pitchFamily="18" charset="0"/>
              </a:rPr>
              <a:t>data processing tasks:-</a:t>
            </a:r>
            <a:endParaRPr lang="en-US" sz="3600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endParaRPr lang="en-US" sz="2000" dirty="0" smtClean="0">
              <a:latin typeface="Times New Roman" pitchFamily="18" charset="0"/>
              <a:cs typeface="Times New Roman" pitchFamily="18" charset="0"/>
            </a:endParaRPr>
          </a:p>
          <a:p>
            <a:r>
              <a:rPr lang="en-US" sz="2000" dirty="0" smtClean="0">
                <a:latin typeface="Times New Roman" pitchFamily="18" charset="0"/>
                <a:cs typeface="Times New Roman" pitchFamily="18" charset="0"/>
              </a:rPr>
              <a:t>Cleaning And Transforming Data</a:t>
            </a:r>
          </a:p>
          <a:p>
            <a:r>
              <a:rPr lang="en-US" sz="2000" dirty="0" smtClean="0">
                <a:latin typeface="Times New Roman" pitchFamily="18" charset="0"/>
                <a:cs typeface="Times New Roman" pitchFamily="18" charset="0"/>
              </a:rPr>
              <a:t>Calculating Statistics And Metrics</a:t>
            </a:r>
          </a:p>
          <a:p>
            <a:r>
              <a:rPr lang="en-US" sz="2000" dirty="0" smtClean="0">
                <a:latin typeface="Times New Roman" pitchFamily="18" charset="0"/>
                <a:cs typeface="Times New Roman" pitchFamily="18" charset="0"/>
              </a:rPr>
              <a:t>Performing Data Mining And Machine Learning Tasks</a:t>
            </a:r>
          </a:p>
          <a:p>
            <a:r>
              <a:rPr lang="en-US" sz="2000" dirty="0" smtClean="0">
                <a:latin typeface="Times New Roman" pitchFamily="18" charset="0"/>
                <a:cs typeface="Times New Roman" pitchFamily="18" charset="0"/>
              </a:rPr>
              <a:t>Generating Reports And Visualizations</a:t>
            </a:r>
          </a:p>
          <a:p>
            <a:r>
              <a:rPr lang="en-US" sz="2000" dirty="0" smtClean="0">
                <a:latin typeface="Times New Roman" pitchFamily="18" charset="0"/>
                <a:cs typeface="Times New Roman" pitchFamily="18" charset="0"/>
              </a:rPr>
              <a:t>UDFs Can Also Be Used To Integrate Pig With Other Systems, Such As Relational Databases And NoSQL Databases.</a:t>
            </a:r>
          </a:p>
          <a:p>
            <a:pPr>
              <a:buNone/>
            </a:pPr>
            <a:endParaRPr lang="en-US" sz="2000" dirty="0">
              <a:latin typeface="Times New Roman" pitchFamily="18" charset="0"/>
              <a:cs typeface="Times New Roman" pitchFamily="18" charset="0"/>
            </a:endParaRPr>
          </a:p>
        </p:txBody>
      </p:sp>
    </p:spTree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Opulent">
  <a:themeElements>
    <a:clrScheme name="Opulent">
      <a:dk1>
        <a:sysClr val="windowText" lastClr="000000"/>
      </a:dk1>
      <a:lt1>
        <a:sysClr val="window" lastClr="FFFFFF"/>
      </a:lt1>
      <a:dk2>
        <a:srgbClr val="B13F9A"/>
      </a:dk2>
      <a:lt2>
        <a:srgbClr val="F4E7ED"/>
      </a:lt2>
      <a:accent1>
        <a:srgbClr val="B83D68"/>
      </a:accent1>
      <a:accent2>
        <a:srgbClr val="AC66BB"/>
      </a:accent2>
      <a:accent3>
        <a:srgbClr val="DE6C36"/>
      </a:accent3>
      <a:accent4>
        <a:srgbClr val="F9B639"/>
      </a:accent4>
      <a:accent5>
        <a:srgbClr val="CF6DA4"/>
      </a:accent5>
      <a:accent6>
        <a:srgbClr val="FA8D3D"/>
      </a:accent6>
      <a:hlink>
        <a:srgbClr val="FFDE66"/>
      </a:hlink>
      <a:folHlink>
        <a:srgbClr val="D490C5"/>
      </a:folHlink>
    </a:clrScheme>
    <a:fontScheme name="Opulent">
      <a:majorFont>
        <a:latin typeface="Trebuchet MS"/>
        <a:ea typeface=""/>
        <a:cs typeface=""/>
        <a:font script="Jpan" typeface="HG丸ｺﾞｼｯｸM-PRO"/>
        <a:font script="Hang" typeface="HY그래픽M"/>
        <a:font script="Hans" typeface="黑体"/>
        <a:font script="Hant" typeface="微軟正黑體"/>
        <a:font script="Arab" typeface="Tahoma"/>
        <a:font script="Hebr" typeface="Gisha"/>
        <a:font script="Thai" typeface="Iris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</a:majorFont>
      <a:minorFont>
        <a:latin typeface="Trebuchet MS"/>
        <a:ea typeface=""/>
        <a:cs typeface=""/>
        <a:font script="Jpan" typeface="HG丸ｺﾞｼｯｸM-PRO"/>
        <a:font script="Hang" typeface="HY그래픽M"/>
        <a:font script="Hans" typeface="华文新魏"/>
        <a:font script="Hant" typeface="微軟正黑體"/>
        <a:font script="Arab" typeface="Tahoma"/>
        <a:font script="Hebr" typeface="Gisha"/>
        <a:font script="Thai" typeface="Iris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pulent">
      <a:fillStyleLst>
        <a:solidFill>
          <a:schemeClr val="phClr"/>
        </a:solidFill>
        <a:gradFill rotWithShape="1">
          <a:gsLst>
            <a:gs pos="0">
              <a:schemeClr val="phClr">
                <a:tint val="15000"/>
                <a:satMod val="250000"/>
              </a:schemeClr>
            </a:gs>
            <a:gs pos="49000">
              <a:schemeClr val="phClr">
                <a:tint val="50000"/>
                <a:satMod val="200000"/>
              </a:schemeClr>
            </a:gs>
            <a:gs pos="49100">
              <a:schemeClr val="phClr">
                <a:tint val="64000"/>
                <a:satMod val="160000"/>
              </a:schemeClr>
            </a:gs>
            <a:gs pos="92000">
              <a:schemeClr val="phClr">
                <a:tint val="50000"/>
                <a:satMod val="200000"/>
              </a:schemeClr>
            </a:gs>
            <a:gs pos="100000">
              <a:schemeClr val="phClr">
                <a:tint val="43000"/>
                <a:satMod val="190000"/>
              </a:schemeClr>
            </a:gs>
          </a:gsLst>
          <a:lin ang="5400000" scaled="1"/>
        </a:gradFill>
        <a:gradFill rotWithShape="1">
          <a:gsLst>
            <a:gs pos="0">
              <a:schemeClr val="phClr">
                <a:tint val="74000"/>
              </a:schemeClr>
            </a:gs>
            <a:gs pos="49000">
              <a:schemeClr val="phClr">
                <a:tint val="96000"/>
                <a:shade val="84000"/>
                <a:satMod val="110000"/>
              </a:schemeClr>
            </a:gs>
            <a:gs pos="49100">
              <a:schemeClr val="phClr">
                <a:shade val="55000"/>
                <a:satMod val="150000"/>
              </a:schemeClr>
            </a:gs>
            <a:gs pos="92000">
              <a:schemeClr val="phClr">
                <a:tint val="98000"/>
                <a:shade val="90000"/>
                <a:satMod val="128000"/>
              </a:schemeClr>
            </a:gs>
            <a:gs pos="100000">
              <a:schemeClr val="phClr">
                <a:tint val="90000"/>
                <a:shade val="97000"/>
                <a:satMod val="128000"/>
              </a:schemeClr>
            </a:gs>
          </a:gsLst>
          <a:lin ang="5400000" scaled="1"/>
        </a:gradFill>
      </a:fillStyleLst>
      <a:lnStyleLst>
        <a:ln w="11430" cap="flat" cmpd="sng" algn="ctr">
          <a:solidFill>
            <a:schemeClr val="phClr"/>
          </a:solidFill>
          <a:prstDash val="solid"/>
        </a:ln>
        <a:ln w="40000" cap="flat" cmpd="sng" algn="ctr">
          <a:solidFill>
            <a:schemeClr val="phClr"/>
          </a:solidFill>
          <a:prstDash val="solid"/>
        </a:ln>
        <a:ln w="318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50800" dist="25000" dir="5400000" rotWithShape="0">
              <a:schemeClr val="phClr">
                <a:shade val="30000"/>
                <a:satMod val="150000"/>
                <a:alpha val="38000"/>
              </a:schemeClr>
            </a:outerShdw>
          </a:effectLst>
        </a:effectStyle>
        <a:effectStyle>
          <a:effectLst>
            <a:outerShdw blurRad="39000" dist="25400" dir="5400000" rotWithShape="0">
              <a:schemeClr val="phClr">
                <a:shade val="33000"/>
                <a:alpha val="83000"/>
              </a:schemeClr>
            </a:outerShdw>
          </a:effectLst>
        </a:effectStyle>
        <a:effectStyle>
          <a:effectLst>
            <a:outerShdw blurRad="39000" dist="25400" dir="5400000" rotWithShape="0">
              <a:schemeClr val="phClr">
                <a:shade val="33000"/>
                <a:alpha val="83000"/>
              </a:schemeClr>
            </a:outerShdw>
          </a:effectLst>
          <a:scene3d>
            <a:camera prst="orthographicFront" fov="0">
              <a:rot lat="0" lon="0" rev="0"/>
            </a:camera>
            <a:lightRig rig="contrasting" dir="t">
              <a:rot lat="0" lon="0" rev="1500000"/>
            </a:lightRig>
          </a:scene3d>
          <a:sp3d extrusionH="127000" prstMaterial="powder">
            <a:bevelT w="50800" h="635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78000"/>
                <a:satMod val="220000"/>
              </a:schemeClr>
            </a:gs>
            <a:gs pos="100000">
              <a:schemeClr val="phClr">
                <a:shade val="35000"/>
                <a:satMod val="155000"/>
              </a:schemeClr>
            </a:gs>
          </a:gsLst>
          <a:path path="circle">
            <a:fillToRect l="50000" t="50000" r="50000" b="50000"/>
          </a:path>
        </a:gradFill>
        <a:blipFill>
          <a:blip xmlns:r="http://schemas.openxmlformats.org/officeDocument/2006/relationships" r:embed="rId1">
            <a:duotone>
              <a:schemeClr val="phClr">
                <a:shade val="60000"/>
                <a:satMod val="180000"/>
              </a:schemeClr>
              <a:schemeClr val="phClr">
                <a:tint val="500"/>
                <a:satMod val="150000"/>
              </a:schemeClr>
            </a:duotone>
          </a:blip>
          <a:tile tx="0" ty="0" sx="50000" sy="50000" flip="none" algn="tl"/>
        </a:blip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Opulent</Template>
  <TotalTime>214</TotalTime>
  <Words>966</Words>
  <Application>Microsoft Office PowerPoint</Application>
  <PresentationFormat>On-screen Show (4:3)</PresentationFormat>
  <Paragraphs>154</Paragraphs>
  <Slides>20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20</vt:i4>
      </vt:variant>
    </vt:vector>
  </HeadingPairs>
  <TitlesOfParts>
    <vt:vector size="21" baseType="lpstr">
      <vt:lpstr>Opulent</vt:lpstr>
      <vt:lpstr> Data Processing  &amp;  Analysis – Pig Latin  </vt:lpstr>
      <vt:lpstr>Apache Pig</vt:lpstr>
      <vt:lpstr>Pig Architecture</vt:lpstr>
      <vt:lpstr>benefits of using Apache Pig:</vt:lpstr>
      <vt:lpstr> use cases for Apache Pig:-</vt:lpstr>
      <vt:lpstr>Purpose of pig:-</vt:lpstr>
      <vt:lpstr>Shell</vt:lpstr>
      <vt:lpstr>Apache Pig Grunt</vt:lpstr>
      <vt:lpstr>  To start the Grunt shell, simply open a terminal window and type the following command:  </vt:lpstr>
      <vt:lpstr>Comparison Pig Vs Databases</vt:lpstr>
      <vt:lpstr>advantages of using Pig over databases:-</vt:lpstr>
      <vt:lpstr>Pig Latin</vt:lpstr>
      <vt:lpstr>Slide 13</vt:lpstr>
      <vt:lpstr>User defined functions</vt:lpstr>
      <vt:lpstr>Slide 15</vt:lpstr>
      <vt:lpstr>Data processing operators</vt:lpstr>
      <vt:lpstr>Slide 17</vt:lpstr>
      <vt:lpstr>Commonly used data processing operators:</vt:lpstr>
      <vt:lpstr>Slide 19</vt:lpstr>
      <vt:lpstr>data processing tasks:-</vt:lpstr>
    </vt:vector>
  </TitlesOfParts>
  <Company/>
  <LinksUpToDate>false</LinksUpToDate>
  <SharedDoc>false</SharedDoc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Slide 1</dc:title>
  <dc:creator>Yes</dc:creator>
  <cp:lastModifiedBy>Windows User</cp:lastModifiedBy>
  <cp:revision>43</cp:revision>
  <dcterms:created xsi:type="dcterms:W3CDTF">2006-08-16T00:00:00Z</dcterms:created>
  <dcterms:modified xsi:type="dcterms:W3CDTF">2023-11-12T07:01:40Z</dcterms:modified>
</cp:coreProperties>
</file>