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7" r:id="rId2"/>
    <p:sldId id="268" r:id="rId3"/>
    <p:sldId id="270" r:id="rId4"/>
    <p:sldId id="269" r:id="rId5"/>
    <p:sldId id="256" r:id="rId6"/>
    <p:sldId id="258" r:id="rId7"/>
    <p:sldId id="257" r:id="rId8"/>
    <p:sldId id="259" r:id="rId9"/>
    <p:sldId id="260" r:id="rId10"/>
    <p:sldId id="262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3901" autoAdjust="0"/>
  </p:normalViewPr>
  <p:slideViewPr>
    <p:cSldViewPr snapToGrid="0">
      <p:cViewPr varScale="1">
        <p:scale>
          <a:sx n="68" d="100"/>
          <a:sy n="68" d="100"/>
        </p:scale>
        <p:origin x="-174" y="-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9901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32494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4751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36621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4775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6911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4477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0985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49849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51133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3736149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80352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3175576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713538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855420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7088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927CF-B586-4326-AA09-BE91920A3860}" type="datetimeFigureOut">
              <a:rPr lang="en-IN" smtClean="0"/>
              <a:pPr/>
              <a:t>08-11-2023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0EA3D8-391A-49FF-933F-CF18556CD9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87218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6844" y="671733"/>
            <a:ext cx="8960362" cy="108673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Unit- IV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0911" y="1809096"/>
            <a:ext cx="8915399" cy="112628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Sqoop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sqoo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975" y="2813438"/>
            <a:ext cx="6472763" cy="36062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8515" cy="909268"/>
          </a:xfrm>
        </p:spPr>
        <p:txBody>
          <a:bodyPr>
            <a:normAutofit fontScale="90000"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Sqoop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– Transfer the Data – Hadoop &amp; Relational Databases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669" y="1444283"/>
            <a:ext cx="9452733" cy="509719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Sqoop is a valuable tool for any organization that needs to transfer data between Hadoop and relational databases.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It is easy to use and can be used to efficiently transfer large amounts of data.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Here are some examples of how Sqoop can be used: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Import data from a relational database into Hadoop for data analysis and processing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Export data from Hadoop to a relational database for reporting and visualization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Migrate data from a legacy relational database system to Hadoop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Create a data warehouse in Hadoop by importing data from multiple relational databases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Sqoop  Architecture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sqoop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6254" y="2367697"/>
            <a:ext cx="8736510" cy="404717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8515" cy="59977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It Has A Wide Range Of Features:-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34" y="1430215"/>
            <a:ext cx="9438665" cy="511126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 for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Variety Of Relational Databases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including MySQL, Oracle, SQL Server, and PostgreSQL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 for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Incremental Loads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which can be used to update data in Hadoop without having to reload the entire dataset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 for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Parallel Processing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which can improve the performance of data transfers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 for </a:t>
            </a:r>
            <a:r>
              <a:rPr 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Transformation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which can be used to convert data into a format that is compatible with Hadoop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 for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Error Handling And Recovery,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which can help to ensure that data transfers are completed successfully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9069192" cy="599779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Sqoop Connectors - Plugins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8707" y="1317673"/>
            <a:ext cx="9790358" cy="5308209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Sqoop connectors are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Plugins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allow Sqoop to connect to different types of data sources.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Sqoop comes with a number of built-in connectors, including connectors for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MySQL,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PostgreSQL,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Oracle,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SQL Server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DB2.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also a number of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Third-party Connectors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available for Sqoop, such as connectors for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MongoDB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Cassandra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Sales Force</a:t>
            </a:r>
          </a:p>
          <a:p>
            <a:pPr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13469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8515" cy="543508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Sqoop Connectors Provide A Number Of Benefits, Including:-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144" y="1289538"/>
            <a:ext cx="9396462" cy="522380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Optimized Data Transfer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Sqoop connectors are designed to optimize data transfer between Hadoop and the data source they connect to.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result in significant performance improvements, especially for large data transfers.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Simplified Data Migration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Sqoop connectors make it easy to migrate data from a variety of different data sources to Hadoop.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be useful for organizations that are looking to consolidate their data into a single data warehouse.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Improved Data Integration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Sqoop connectors can be used to integrate data from different data sources into Hadoop.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be useful for organizations that need to combine data from different sources for analysis and reporting.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493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28515" cy="8248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How Different Sqoop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Connectors Can Be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 Different Ways :-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0738" y="1444283"/>
            <a:ext cx="8915400" cy="377762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MySQL Connector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-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Import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a MySQL database into Hadoop for data analysis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PostgreSQL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Connector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	-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Export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Hadoop to a PostgreSQL database for reporting and visualization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Oracle Connector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-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Migrate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from an Oracle database to Hadoop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SQL Server Connector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-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Create A Data Warehouse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Hadoop by importing data from multiple SQL Server databases.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7039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384" y="216147"/>
            <a:ext cx="9012921" cy="72638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And Binary File Formats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4467" y="839371"/>
            <a:ext cx="9757533" cy="582871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Sqoop supports importing and exporting data in both text and binary file formats.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Text File Formats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Delimited Text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This is the default file format for Sqoop import and export.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Delimited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text files store each record on a separate line, with the fields separated by a delimiter character, such as a comma or tab.</a:t>
            </a:r>
          </a:p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Fixed-width Text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Fixed-width text files store each record on a separate line, with each field occupying a fixed number of characters.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Binary File Formats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Avro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 Avro is a binary file format that is efficient and scalable.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well-suited for storing large datasets in Hadoop.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Parquet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 Parquet is another binary file format that is efficient and scalable. It is also well-suited for storing large datasets in Hadoop.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SequenceFile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 SequenceFile is a binary file format that stores data as a sequence of key-value pairs. It is not as efficient as Avro or Parquet, but it is more flexible.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7314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842213"/>
            <a:ext cx="10348823" cy="55413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Choosing A File Format:-</a:t>
            </a: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a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Text File Format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if: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need to store data in a format that is</a:t>
            </a:r>
            <a:r>
              <a:rPr 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Easy To Read And Write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need to be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Compatible With A Wide Range Of Applications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need to store data that is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Not Complex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Binary File Format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if: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need to store data in a format that is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Efficient For Storage And Retrieval.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need to store data that is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Complex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need to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Store A Large Dataset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5322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4447" cy="684185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34" y="1388011"/>
            <a:ext cx="9565275" cy="5469989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Sqoop imports are used to transfer data from a relational database to Hadoop. 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Sqoop imports can be performed on a single table, or on a subset of a table using a WHERE clause. 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Sqoop also supports incremental imports, which can be used to update data in Hadoop without having to reload the entire dataset.</a:t>
            </a:r>
          </a:p>
          <a:p>
            <a:pPr>
              <a:buNone/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perform a Sqoop import, you need to specify the following: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type of database you are connecting to.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database connection parameters.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table or SQL query you want to import.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target directory in HDFS where you want to store the imported data.</a:t>
            </a:r>
          </a:p>
          <a:p>
            <a:pPr>
              <a:buNone/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You can also specify a number of other options, such as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File Format,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Delimiter Character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Compression Format</a:t>
            </a:r>
          </a:p>
          <a:p>
            <a:pPr>
              <a:buNone/>
            </a:pPr>
            <a:endParaRPr lang="en-IN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766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9576" y="653143"/>
            <a:ext cx="9489577" cy="5460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Here Are Some Of The Benefits Of Using Sqoop Imports:-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Efficiency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 Sqoop imports can be performed in parallel, which can significantly improve the performance of large data transfers.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Scalability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 Sqoop imports can be used to import large volumes of data from relational databases into Hadoop.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Flexibility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 Sqoop imports can be performed in a variety of ways, depending on your specific needs.</a:t>
            </a: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Ease Of Use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Sqoop imports are easy to configure and run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Overall, Sqoop imports are a powerful tool for transferring data from relational databases into Hadoop.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62207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Working with imported data 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0738" y="1345808"/>
            <a:ext cx="9494936" cy="5512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you have imported data into Hadoop using Sqoop, you can work with it in a variety of ways. For example, you can:</a:t>
            </a:r>
          </a:p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Analyze The Data Using Hive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Hive is a data warehouse built on top of Hadoop that makes it easy to query and analyze large datasets.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analyze imported data using Hive, you need to create a Hive table that points to the HDFS directory where the imported data is stored.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can then use HiveQL to query the data and generate reports.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Process The Data Using MapReduce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MapReduce is a programming model that is used to process large datasets in Hadoop.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process imported data using MapReduce, you need to write a MapReduce job that reads the data from HDFS, performs the desired processing, and then writes the output data back to HDFS.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201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43190" y="771774"/>
            <a:ext cx="1044430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Export The Data To A Relational Database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You can also use Sqoop to export data from Hadoop back to a relational database.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be useful if you need to analyze the data using a relational database management system (RDBMS) or if you need to share the data with other users who do not have access to Hadoop.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export data from Hadoop to a relational database using Sqoop, you need to specify the connection information for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Relational Database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Table To Export The Data To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Source Directory In HDFS Where The Data Is Stored.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618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400</TotalTime>
  <Words>605</Words>
  <Application>Microsoft Office PowerPoint</Application>
  <PresentationFormat>Custom</PresentationFormat>
  <Paragraphs>114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Wisp</vt:lpstr>
      <vt:lpstr>Unit- IV</vt:lpstr>
      <vt:lpstr>Sqoop – Transfer the Data – Hadoop &amp; Relational Databases</vt:lpstr>
      <vt:lpstr>Sqoop  Architecture</vt:lpstr>
      <vt:lpstr>It Has A Wide Range Of Features:-</vt:lpstr>
      <vt:lpstr>Sqoop Connectors - Plugins</vt:lpstr>
      <vt:lpstr>Sqoop Connectors Provide A Number Of Benefits, Including:-</vt:lpstr>
      <vt:lpstr>How Different Sqoop Connectors Can Be Used in Different Ways :-</vt:lpstr>
      <vt:lpstr>Text And Binary File Formats</vt:lpstr>
      <vt:lpstr>Slide 9</vt:lpstr>
      <vt:lpstr>Imports</vt:lpstr>
      <vt:lpstr>Slide 11</vt:lpstr>
      <vt:lpstr>Working with imported data 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MRUH</dc:creator>
  <cp:lastModifiedBy>Windows User</cp:lastModifiedBy>
  <cp:revision>41</cp:revision>
  <dcterms:created xsi:type="dcterms:W3CDTF">2023-10-13T08:42:17Z</dcterms:created>
  <dcterms:modified xsi:type="dcterms:W3CDTF">2023-11-08T02:13:50Z</dcterms:modified>
</cp:coreProperties>
</file>