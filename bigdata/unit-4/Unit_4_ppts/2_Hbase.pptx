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5" r:id="rId4"/>
    <p:sldId id="266" r:id="rId5"/>
    <p:sldId id="257" r:id="rId6"/>
    <p:sldId id="264" r:id="rId7"/>
    <p:sldId id="258" r:id="rId8"/>
    <p:sldId id="259" r:id="rId9"/>
    <p:sldId id="260" r:id="rId10"/>
    <p:sldId id="267" r:id="rId11"/>
    <p:sldId id="261" r:id="rId12"/>
    <p:sldId id="262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7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8799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6553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6651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507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093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7114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8425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9251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555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16718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11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02348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890486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19853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38681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5321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74317-003F-4A52-9A04-B3A5A62A37FD}" type="datetimeFigureOut">
              <a:rPr lang="en-IN" smtClean="0"/>
              <a:pPr/>
              <a:t>07-11-2023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9EDB5B-135E-44A0-8599-304B8E619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8210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2323" y="252177"/>
            <a:ext cx="7763542" cy="605952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- IV</a:t>
            </a:r>
            <a:endParaRPr lang="en-IN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2661" y="871535"/>
            <a:ext cx="8340318" cy="226556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</a:p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Hadoop Database</a:t>
            </a:r>
          </a:p>
          <a:p>
            <a:pPr algn="ctr"/>
            <a:r>
              <a:rPr 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Column-Oriented NoSQL Database That Runs On Top Of  HDFS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hbase_logo.PNG"/>
          <p:cNvPicPr>
            <a:picLocks noChangeAspect="1"/>
          </p:cNvPicPr>
          <p:nvPr/>
        </p:nvPicPr>
        <p:blipFill>
          <a:blip r:embed="rId2"/>
          <a:srcRect t="9115" r="-6436" b="-11383"/>
          <a:stretch>
            <a:fillRect/>
          </a:stretch>
        </p:blipFill>
        <p:spPr>
          <a:xfrm>
            <a:off x="2946671" y="3277772"/>
            <a:ext cx="5536147" cy="326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535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90" y="117894"/>
            <a:ext cx="8242379" cy="727494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 and Implementation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30" y="845388"/>
            <a:ext cx="11466905" cy="60126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designed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Storing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Retrieving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large amounts of data with low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latency (Measures Delay).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Column Oriented Distributed Database –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is stored in Individual Columns and indexed by a unique Row Key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Intersection of Rows and Columns is known as cell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 cell has Time Stamp Identifier called Version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HBase data model is based on the following concepts:-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logical grouping of data. It is made up of rows and columns,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Rows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 row is a single record in a table. Each row is identified by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Unique Row Key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Column Families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 column family is a collection of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Related Columns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Columns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 column is a single piece of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Data In A Row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Cells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 cell is the intersection of a row, column family, and column.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603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033" y="219247"/>
            <a:ext cx="11814776" cy="66387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Short HBase:</a:t>
            </a:r>
          </a:p>
          <a:p>
            <a:pPr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Table is a collection of rows.</a:t>
            </a:r>
          </a:p>
          <a:p>
            <a:pPr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Row is a collection of Column Families.</a:t>
            </a:r>
          </a:p>
          <a:p>
            <a:pPr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 Family is a collection of Columns.</a:t>
            </a:r>
          </a:p>
          <a:p>
            <a:pPr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column is a collection of Key-Value pairs.</a:t>
            </a:r>
          </a:p>
          <a:p>
            <a:pPr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/>
          </a:p>
        </p:txBody>
      </p:sp>
      <p:pic>
        <p:nvPicPr>
          <p:cNvPr id="4" name="Picture 3" descr="Hbas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85" y="3061454"/>
            <a:ext cx="9319131" cy="3019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033" y="205179"/>
            <a:ext cx="10900376" cy="64629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HBase tables are horizontally partitioned into regions.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region is served by a single region server.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HBase automatically splits and merges regions as needed to maintain load balance.</a:t>
            </a:r>
            <a:endParaRPr lang="en-US" sz="2000" dirty="0"/>
          </a:p>
        </p:txBody>
      </p:sp>
      <p:pic>
        <p:nvPicPr>
          <p:cNvPr id="4" name="Picture 3" descr="Hbas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1" y="1889611"/>
            <a:ext cx="6949337" cy="4600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230038"/>
            <a:ext cx="8371775" cy="65848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 of HBase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14" y="1017916"/>
            <a:ext cx="9126589" cy="55899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HBase is an open-source project, and there are a number of different implementations available:-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popular implementation is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HBase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Implementations Of HBase Include</a:t>
            </a:r>
            <a:r>
              <a:rPr lang="en-US" sz="20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buNone/>
            </a:pPr>
            <a:endParaRPr lang="en-US" sz="20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Cloudera HBase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commercial implementation of HBase from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Cloudera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Hortonworks HBase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commercial implementation of HBase from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Horton works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Dataproc HBase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managed HBase service from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Platform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DynamoDB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NoSQL database service from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similar to HBase.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523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965" y="205180"/>
            <a:ext cx="9071577" cy="6476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Cases for HBase:-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HBase is a good choice for a variety of use cases, including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HBase can be used to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And Analyze Real-time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as sensor data or financial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Log Aggregation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HBase can be used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Aggregate And Store Log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a variety of sources.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Social Media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HBase can be used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 And Retrieve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social media applications, such as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Profiles, Posts, And Messages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E-commerce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HBase can be used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 And Retrieve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e-commerce applications, such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Product Catalogs, Customer Orders, And Inventory Levels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b="1" u="sng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20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:-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HBase is a powerful tool for managing and analyzing big data. It is a good choice for applications that need to perform real-time queries on large amounts of data.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387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33" y="230038"/>
            <a:ext cx="8535676" cy="744747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Clients - Programs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349" y="817256"/>
            <a:ext cx="11444106" cy="562574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clients are programs that allow you to interact with an HBase cluster.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a number of different HBase clients available, each with its own strengths and weaknesses.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popular HBase client is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client API.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can be complex to use, especially for beginners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HBase Clients Include:</a:t>
            </a:r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shell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Command-line Interface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interacting with HBase.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shell is easy to use, but it does not provide the same level of functionality as the Java client API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Thrift Client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 Thrift client is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Language-agnostic Client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interacting with HBase.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Thrift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are available for a variety of programming languages,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Java, Python, And Ruby.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Client: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 REST client is a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Client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interacting with HBase.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can be used to access HBase from any programming language that supports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the above clients, there are a number of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Third-party HBase Clients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often provide additional features, such as support for specific programming languages or frameworks.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261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603" y="189519"/>
            <a:ext cx="9234684" cy="6436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an HBase client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HBase client for you will depend 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Specific Needs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to HBase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 recommend starting with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Shell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easy to use and provides a good introduction to the basic concepts of HBase.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need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Functionality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want to consider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client API or a third-party HBase client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 client, be sure to consider the following factors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Choose a client that supports the programming language you are using.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Consider the features that are important to you, such as support for specific data types or transactions.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Ease Of Use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Choose a client that is easy to use and learn.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Support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Choose a client with a large and active community, so that you can get help if you need it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1985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69" y="198408"/>
            <a:ext cx="8466666" cy="67286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HBase Examples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55" y="871268"/>
            <a:ext cx="9854989" cy="5810886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examples of how HBase can be used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Wingdings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HBase can be used to store and analyze real-time data, such as sensor data or financial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could use HBase to store and analyze sensor data from its manufacturing plant to identify potential problems before they occur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Aggregation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HBase can be used to aggregate and store log data from a variety of sources.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could use HBase to store and analyze log data from its web servers, application servers, and database servers to identify trends and troubleshoot problems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Font typeface="Wingdings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039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70" y="472466"/>
            <a:ext cx="9507675" cy="535155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Applications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 HBase can be used to store and retrieve data for social media applications, such as user profiles, posts, and messages. 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social media company could use HBase to store and retrieve user profiles, posts, and messages so that users can quickly and easily find the information they are looking for.</a:t>
            </a:r>
          </a:p>
          <a:p>
            <a:pPr marL="0" indent="0">
              <a:buFont typeface="Wingdings" pitchFamily="2" charset="2"/>
              <a:buChar char="ü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Applications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 HBase can be used to store and retrieve data for e-commerce applications, such as product catalogs, customer orders, and inventory levels. 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e-commerce company could use HBase to store and retrieve product catalogs so that customers can quickly and easily find the products they are looking for.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62" y="135148"/>
            <a:ext cx="8673701" cy="710241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Praxis – Managing HBase Cluster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562" y="845389"/>
            <a:ext cx="9148153" cy="5415472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is a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Web-based User Interface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managing HBase clusters. </a:t>
            </a:r>
          </a:p>
          <a:p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provides a variety of features, including:</a:t>
            </a:r>
          </a:p>
          <a:p>
            <a:pPr>
              <a:buNone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HDFS Integration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provides a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Visual Representation Of The HDFS Filesystem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making it easy to see where HBase data is stored and how it is distributed.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UI</a:t>
            </a:r>
            <a:endParaRPr lang="en-US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has a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User-friendly Interface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that makes it easy to perform common HBase tasks, such as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Creating And Managing Tables.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Loading And Querying Data.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Monitoring Cluster Performance.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502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36" y="452559"/>
            <a:ext cx="9955718" cy="620145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Metrics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provides a variety of metrics that can be used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Monitor The Health And Performance Of HBase Clusters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metrics include things like the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Number Of Active Regions,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Number Of Requests Being Processed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Average Latency Of Requests.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Counters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also provides a variety of counters that can be used to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Track The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Of HBase Clusters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counters include things like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Number Of Reads And Writes Performed,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Number Of Errors Encountered, And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Number Of Regions That Have Been Split Or Merged.</a:t>
            </a:r>
          </a:p>
          <a:p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3675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51" y="1457204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can be used to manage HBase clusters of all sizes, from small development clusters to large production clusters.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It is a valuable tool for anyone who needs to manage or monitor HBase clusters.</a:t>
            </a:r>
          </a:p>
          <a:p>
            <a:pPr>
              <a:buFont typeface="Wingdings" pitchFamily="2" charset="2"/>
              <a:buChar char="ü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70" y="402127"/>
            <a:ext cx="10703429" cy="6265959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Model - </a:t>
            </a:r>
          </a:p>
          <a:p>
            <a:pPr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 of HBase-</a:t>
            </a:r>
          </a:p>
          <a:p>
            <a:pPr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HBase Clients  - </a:t>
            </a:r>
          </a:p>
          <a:p>
            <a:pPr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Examples of HBase-  </a:t>
            </a:r>
          </a:p>
          <a:p>
            <a:pPr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Praxis - </a:t>
            </a:r>
          </a:p>
          <a:p>
            <a:pPr>
              <a:buAutoNum type="arabicPeriod"/>
            </a:pP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AutoNum type="arabicPeriod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229</TotalTime>
  <Words>763</Words>
  <Application>Microsoft Office PowerPoint</Application>
  <PresentationFormat>Custom</PresentationFormat>
  <Paragraphs>135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UNIT - IV</vt:lpstr>
      <vt:lpstr>Data Model and Implementation</vt:lpstr>
      <vt:lpstr>Slide 3</vt:lpstr>
      <vt:lpstr>Slide 4</vt:lpstr>
      <vt:lpstr>Implementations of HBase </vt:lpstr>
      <vt:lpstr>Slide 6</vt:lpstr>
      <vt:lpstr>HBase Clients - Programs </vt:lpstr>
      <vt:lpstr>Slide 8</vt:lpstr>
      <vt:lpstr>HBase Examples</vt:lpstr>
      <vt:lpstr>Slide 10</vt:lpstr>
      <vt:lpstr>Praxis – Managing HBase Cluster</vt:lpstr>
      <vt:lpstr>Slide 12</vt:lpstr>
      <vt:lpstr>Conclusion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MRUH</dc:creator>
  <cp:lastModifiedBy>Windows User</cp:lastModifiedBy>
  <cp:revision>59</cp:revision>
  <dcterms:created xsi:type="dcterms:W3CDTF">2023-10-12T08:02:55Z</dcterms:created>
  <dcterms:modified xsi:type="dcterms:W3CDTF">2023-11-07T02:17:34Z</dcterms:modified>
</cp:coreProperties>
</file>