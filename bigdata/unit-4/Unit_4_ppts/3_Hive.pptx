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6" r:id="rId3"/>
    <p:sldId id="257" r:id="rId4"/>
    <p:sldId id="277" r:id="rId5"/>
    <p:sldId id="278" r:id="rId6"/>
    <p:sldId id="271" r:id="rId7"/>
    <p:sldId id="272" r:id="rId8"/>
    <p:sldId id="260" r:id="rId9"/>
    <p:sldId id="279" r:id="rId10"/>
    <p:sldId id="262" r:id="rId11"/>
    <p:sldId id="261" r:id="rId12"/>
    <p:sldId id="266" r:id="rId13"/>
    <p:sldId id="273" r:id="rId14"/>
    <p:sldId id="274" r:id="rId15"/>
    <p:sldId id="263" r:id="rId16"/>
    <p:sldId id="264" r:id="rId17"/>
    <p:sldId id="265" r:id="rId18"/>
    <p:sldId id="280" r:id="rId19"/>
    <p:sldId id="267" r:id="rId20"/>
    <p:sldId id="268" r:id="rId21"/>
    <p:sldId id="269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Unit – V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     -     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HIVE</a:t>
            </a:r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b="1" dirty="0" smtClean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Data Warehouse – Hadoop - Data Query And Analysis</a:t>
            </a:r>
            <a:endParaRPr lang="en-US" sz="2800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hiv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667000"/>
            <a:ext cx="5844540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Hive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5029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is a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Data Warehouse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built on top of Apache Hadoop for providing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Query And Analysis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gives an SQL-like interface to query data stored in various databases and file systems that integrate with Hadoop.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using SQL, and it provides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HiveQL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(Hive Query Language).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is widely used in various industries, including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finance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healthcare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Retail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telecommunications,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 popular choice for data warehousing because it is 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scalable, 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fault-tolerant, </a:t>
            </a:r>
          </a:p>
          <a:p>
            <a:pPr marL="1028700" lvl="2" indent="-342900">
              <a:buFont typeface="+mj-lt"/>
              <a:buAutoNum type="arabicPeriod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easy to use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8763000" cy="990600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Here is a comparison of Hive and traditional databases:</a:t>
            </a:r>
            <a:endParaRPr lang="en-US" sz="28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comp_hive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0" y="1524000"/>
            <a:ext cx="9144000" cy="4721202"/>
          </a:xfrm>
        </p:spPr>
      </p:pic>
      <p:sp>
        <p:nvSpPr>
          <p:cNvPr id="5" name="TextBox 4"/>
          <p:cNvSpPr txBox="1"/>
          <p:nvPr/>
        </p:nvSpPr>
        <p:spPr>
          <a:xfrm>
            <a:off x="0" y="6211669"/>
            <a:ext cx="88649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OLTP stands for Online Transaction Processing. </a:t>
            </a:r>
          </a:p>
          <a:p>
            <a:pPr>
              <a:buFont typeface="Wingdings" pitchFamily="2" charset="2"/>
              <a:buChar char="ü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It's a software program or operating system that supports transaction-oriented applications. 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Hive Architecture</a:t>
            </a:r>
            <a:endParaRPr lang="en-US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hive_archie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1161" t="2946" r="2450" b="-170"/>
          <a:stretch>
            <a:fillRect/>
          </a:stretch>
        </p:blipFill>
        <p:spPr>
          <a:xfrm>
            <a:off x="1371600" y="1600200"/>
            <a:ext cx="6324600" cy="50292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How The Hive Architecture Works:-</a:t>
            </a:r>
            <a:endParaRPr lang="en-US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Hive Client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submits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HiveQL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 (Hive Query Language) query to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Hive Server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Hive Server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Translates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HiveQL query into a MapReduce job.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Hive Server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Submits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MapReduce job to the Hadoop cluster.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Hadoop Cluster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 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Executes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MapReduce job.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Hive Server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Collects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results of the MapReduce job and returns them to the Hive client.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Hive Client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Displays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results of the query to the user.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2578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Cases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 is ideal for data warehousing and analytics, where large datasets are analyzed to extract insights and patterns. 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Schema Flexibility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 provides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Schema-on-read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allowing users to define the structure of data during query execution.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Cost-Effectiveness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Hive, built on top of the open-source Hadoop ecosystem, offers a cost-effective solution for large-scale data analysis.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Scalability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 is designed for massive datasets, leveraging the distributed processing power of Hadoop to handle Petabytes of data efficiently.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Structure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 is optimized for handling structured and semi-structured data.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Query Language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HiveQL, Hive's query language, is similar to SQL but tailored for handling large datasets in a distributed environment.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Processing Speed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 excels in batch processing, efficiently handling large-scale data analysis tasks.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Dis-Advantages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Real-time Processing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Hive is not ideal for real-time processing due to its batch-oriented nature.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Traditional databases are better suited for applications requiring immediate response to queries.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Overall, Hive is a powerful tool for data warehousing and analytics.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well-suited for organizations that need to process and analyze large datasets.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However, it is important to note that Hive is not a replacement for traditional databases for all workloads.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choice between Hive and traditional databases depends on the specific data requirements and processing needs of the application.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752600"/>
            <a:ext cx="8839200" cy="4724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to use Hive: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you need to process and analyze large datasets.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you need a schema-flexible data warehouse.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you need a cost-effective big data analytics solution.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to use a traditional database: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you need real-time data access.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you need ACID transactions (Atomicity, Consistency, Isolation, Durability</a:t>
            </a:r>
            <a:r>
              <a:rPr lang="en-US" sz="2000" dirty="0" smtClean="0"/>
              <a:t>.)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you need a database with a well-defined schema.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ACID Properties in DBMS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Acid_prop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t="14029" r="-16234" b="-12234"/>
          <a:stretch>
            <a:fillRect/>
          </a:stretch>
        </p:blipFill>
        <p:spPr>
          <a:xfrm>
            <a:off x="152400" y="1676400"/>
            <a:ext cx="8940800" cy="5029200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Hive QL – Hive Query Language</a:t>
            </a:r>
            <a:b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1054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HiveQL (Hive Query Language) is a query language similar to SQL that is used to query data stored in Hive.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is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Declarative Language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meaning that the user tells Hive what they want, but not how to do it.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HiveQL queries are executed using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MapReduce jobs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Translates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HiveQL queries into MapReduce jobs, which are then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Executed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on the Hadoop cluster.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makes HiveQL a very powerful tool for querying large datasets.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HiveQL can be used to perform a wide variety of tasks, such as: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Querying data from various databases and file systems.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Performing data analysis and aggregation.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Creating and managing tables and databases.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Loading and exporting data.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HiveQL &amp; SQL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029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HiveQL supports a variety of SQL statements, including: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SELECT: Retrieves data from a table.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INSERT: Inserts data into a table.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UPDATE: Updates data in a table.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DELETE: Deletes data from a table.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CREATE TABLE: Creates a new table.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DROP TABLE: Drops a table.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ALTER TABLE: Modifies the structure of a table.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HiveQL also supports a variety of built-in functions, such as mathematical functions, string functions, and date functions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Querying Data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51054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are some tips for querying data in Hive: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SHOW DATABASES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SHOW TABLES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 - To view the list of databases and tables in Hive.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DESCRIBE TABLE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- To view the schema of a table.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WHERE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clause -  filter the results of a query.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ORDER BY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clause -  To sort the results of a query.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LIMIT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clause -  To limit the number of rows returned by a query.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can also use HiveQL to create and manage views.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Views are virtual tables that are based on other tables.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Views can be used to simplify complex queries or to provide different views of the same data.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SELECT * FROM table_name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This query will select all of the rows from the table table_name.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SELECT id, name, age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FROM table_name</a:t>
            </a:r>
          </a:p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WHERE age &gt; 18;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query will select all of the rows from the table table_name where the age column is greater than 18.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hive_query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r="37422" b="-1725"/>
          <a:stretch>
            <a:fillRect/>
          </a:stretch>
        </p:blipFill>
        <p:spPr>
          <a:xfrm>
            <a:off x="0" y="228600"/>
            <a:ext cx="8991600" cy="6648214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Tables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226552" cy="5029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tables are used to store and organize data in Hive.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They are similar to tables in traditional relational databases, but they can also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Store Semi-structured And Unstructured Data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Types of Hive tables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tables can be classified into two types:</a:t>
            </a: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Managed Tables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Managed tables are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Owned By Hive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is responsible for creating and deleting the underlying data files.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External Tables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External tables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are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Not Owned By Hive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Hive simply provides a way to query the data files that are already present in the Hadoop Distributed File System (HDFS).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Scalability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tables can be scaled to handle large datasets.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Flexibility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tables can store a variety of data types, including structured, semi-structured, and unstructured data.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Performance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tables are optimized for batch processing, which is ideal for many data warehousing and analytics workloads.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Cost-effectiveness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is open source and free to use.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6858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Benefits of using Hive tables</a:t>
            </a:r>
            <a:endParaRPr lang="en-US" sz="36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 cases for Hive tables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tables are commonly used for a variety of data warehousing and analytics workloads, such as: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Warehousing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tables can be used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Store And Analyze Large Datasets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gain insights into business trends and patterns.</a:t>
            </a: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Mining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tables can be used to mine large datasets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Fo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 Hidden Patterns And Correlations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ü"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Machine Learning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 Hive tables can be used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Train And Deploy Machine Learning Models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tables are a powerful and versatile tool for storing and analyzing data. They are well-suited for organizations that need to process and analyze large datasets.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Type Of Hive Function</a:t>
            </a:r>
            <a:endParaRPr lang="en-US" sz="3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hive_UDF.PNG"/>
          <p:cNvPicPr>
            <a:picLocks noGrp="1" noChangeAspect="1"/>
          </p:cNvPicPr>
          <p:nvPr>
            <p:ph sz="quarter" idx="1"/>
          </p:nvPr>
        </p:nvPicPr>
        <p:blipFill>
          <a:blip r:embed="rId2"/>
          <a:srcRect l="3371" t="14317" b="-219"/>
          <a:stretch>
            <a:fillRect/>
          </a:stretch>
        </p:blipFill>
        <p:spPr>
          <a:xfrm>
            <a:off x="1143000" y="2133600"/>
            <a:ext cx="6553200" cy="4114800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User Defined Functions</a:t>
            </a:r>
            <a:endParaRPr lang="en-US" sz="3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0292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user-defined functions (UDFs) are custom functions that can be written in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Java and integrated with Hive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UDFs can be used to extend the functionality of Hive and to perform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Complex Computations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would not be possible with built-in Hive functions.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Create A Hive UDF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you need to write a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Java class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that implements the org.apache.hadoop.hive.ql.exec.UDF interface.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UDF class must also define a method that performs the desired computation.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Once you have written the UDF class, you need to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Compile It Into A JAR File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You can then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Register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 JAR file with Hive using the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CREATE FUNCTION Statement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5029200"/>
          </a:xfrm>
        </p:spPr>
        <p:txBody>
          <a:bodyPr>
            <a:noAutofit/>
          </a:bodyPr>
          <a:lstStyle/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Transformation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UDFs can be used to transform data from one format to another. For example, a UDF could be used to convert a date string from one format to another, or to convert a string to a number.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Aggregation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UDFs can be used to perform aggregate operations on data. For example, a UDF could be used to calculate the average value of a column, or to count the number of rows in a table.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Data Filtering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 UDFs can be used to filter data. For example, a UDF could be used to filter out rows where a column value is equal to a certain value, or to filter out rows where a column value is missing.</a:t>
            </a: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609600"/>
            <a:ext cx="74587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Hive UDFs Can Be Used To Perform A Variety Of Tasks, Such As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:-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UDFs can be a powerful tool for extending the functionality of  Hive and for performing complex computations on large datasets.</a:t>
            </a:r>
          </a:p>
          <a:p>
            <a:pPr>
              <a:buNone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Here are some additional examples of Hive UDFs: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UDF that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Calculates The Distance Between Two Points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on a map.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UDF that 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Extracts The Sentiment Of A Piece Of Text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UDF that</a:t>
            </a: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Recommends Products To Customers Based On Their Past Purchase History.</a:t>
            </a:r>
          </a:p>
          <a:p>
            <a:pPr>
              <a:buFont typeface="Wingdings" pitchFamily="2" charset="2"/>
              <a:buChar char="ü"/>
            </a:pP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Hive UDFs can be written to perform a wide variety of tasks, and they can be a valuable tool for data scientists and analysts who need to work with large datasets.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203</TotalTime>
  <Words>1166</Words>
  <Application>Microsoft Office PowerPoint</Application>
  <PresentationFormat>On-screen Show (4:3)</PresentationFormat>
  <Paragraphs>155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Median</vt:lpstr>
      <vt:lpstr>Unit – V       -      HIVE Data Warehouse – Hadoop - Data Query And Analysis</vt:lpstr>
      <vt:lpstr>Hive</vt:lpstr>
      <vt:lpstr>Here is a comparison of Hive and traditional databases:</vt:lpstr>
      <vt:lpstr>Hive Architecture</vt:lpstr>
      <vt:lpstr>How The Hive Architecture Works:-</vt:lpstr>
      <vt:lpstr>Advantages</vt:lpstr>
      <vt:lpstr>Dis-Advantages</vt:lpstr>
      <vt:lpstr>Slide 8</vt:lpstr>
      <vt:lpstr>ACID Properties in DBMS</vt:lpstr>
      <vt:lpstr> Hive QL – Hive Query Language </vt:lpstr>
      <vt:lpstr>HiveQL &amp; SQL</vt:lpstr>
      <vt:lpstr>Querying Data</vt:lpstr>
      <vt:lpstr>Slide 13</vt:lpstr>
      <vt:lpstr>Slide 14</vt:lpstr>
      <vt:lpstr>Tables</vt:lpstr>
      <vt:lpstr>Slide 16</vt:lpstr>
      <vt:lpstr>Use cases for Hive tables</vt:lpstr>
      <vt:lpstr>Type Of Hive Function</vt:lpstr>
      <vt:lpstr>User Defined Functions</vt:lpstr>
      <vt:lpstr>Slide 20</vt:lpstr>
      <vt:lpstr>Slide 21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with traditional Data bases</dc:title>
  <dc:creator>Yes</dc:creator>
  <cp:lastModifiedBy>Windows User</cp:lastModifiedBy>
  <cp:revision>67</cp:revision>
  <dcterms:created xsi:type="dcterms:W3CDTF">2006-08-16T00:00:00Z</dcterms:created>
  <dcterms:modified xsi:type="dcterms:W3CDTF">2023-11-08T02:07:07Z</dcterms:modified>
</cp:coreProperties>
</file>