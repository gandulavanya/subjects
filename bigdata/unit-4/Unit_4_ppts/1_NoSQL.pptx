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76" r:id="rId3"/>
    <p:sldId id="256" r:id="rId4"/>
    <p:sldId id="262" r:id="rId5"/>
    <p:sldId id="274" r:id="rId6"/>
    <p:sldId id="261" r:id="rId7"/>
    <p:sldId id="258" r:id="rId8"/>
    <p:sldId id="259" r:id="rId9"/>
    <p:sldId id="266" r:id="rId10"/>
    <p:sldId id="269" r:id="rId11"/>
    <p:sldId id="267" r:id="rId12"/>
    <p:sldId id="277" r:id="rId13"/>
    <p:sldId id="270" r:id="rId14"/>
    <p:sldId id="271" r:id="rId15"/>
    <p:sldId id="275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608" y="-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98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78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1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1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6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8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2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19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2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1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61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236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641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223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74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59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A1872-97B8-4689-B46E-1605B124E62F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554577C-0C47-44AE-B7CD-5601B63651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3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5490" y="207499"/>
            <a:ext cx="8918159" cy="87571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UNIT- IV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2091" y="1190117"/>
            <a:ext cx="11639909" cy="638684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NoSQL  Data Management – Storage Retrieval Of Data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sql_vs_nosq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37" y="2389193"/>
            <a:ext cx="7528768" cy="39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6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ql_nosql.png"/>
          <p:cNvPicPr>
            <a:picLocks noGrp="1" noChangeAspect="1"/>
          </p:cNvPicPr>
          <p:nvPr>
            <p:ph idx="1"/>
          </p:nvPr>
        </p:nvPicPr>
        <p:blipFill>
          <a:blip r:embed="rId2"/>
          <a:srcRect b="10066"/>
          <a:stretch>
            <a:fillRect/>
          </a:stretch>
        </p:blipFill>
        <p:spPr>
          <a:xfrm>
            <a:off x="1817465" y="318866"/>
            <a:ext cx="9900923" cy="4759571"/>
          </a:xfrm>
        </p:spPr>
      </p:pic>
      <p:sp>
        <p:nvSpPr>
          <p:cNvPr id="5" name="TextBox 4"/>
          <p:cNvSpPr txBox="1"/>
          <p:nvPr/>
        </p:nvSpPr>
        <p:spPr>
          <a:xfrm>
            <a:off x="1899139" y="5092505"/>
            <a:ext cx="98007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Horizontal Scaling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also known as scaling out, involves adding more machines.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Vertical Scaling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or scaling up, involves increasing the resources of a single machine or instance, such as adding more memory or CPU.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Object-Relational Mapping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(ORM) is a programming technique that allows you to interact with databases using object-oriented programming (OOP) languages.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758" y="206326"/>
            <a:ext cx="10085779" cy="639142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NoSQL Data Management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broad term that refers to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Storage And Retrieval Of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Non-Relational Database Management Systems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DBMS).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NoSQL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databases are designed to handle large volumes of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Unstructured And Semi-structured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to scale horizontally to handle growing amounts of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NoSQL Databases:-</a:t>
            </a:r>
          </a:p>
          <a:p>
            <a:pPr>
              <a:buNone/>
            </a:pPr>
            <a:endParaRPr lang="en-US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databases come in a variety of types, each with its own strengths and weaknesses. 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 Document databases store data in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Json-like Documents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for storing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Data Structures.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 Or Product Catalogs.</a:t>
            </a:r>
          </a:p>
          <a:p>
            <a:pPr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Key-value Databases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Key-value databases store data as a collection of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storing simple data.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Cache Entries Or Session Data.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691" y="206325"/>
            <a:ext cx="10001374" cy="637735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Wide-column Databases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Wide-column databases store data in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With Columns Of Varying Widths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data that needs to be queried frequently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DATABASES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Graph databases store data as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 And Edges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allows them to represent complex relationships between data points.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Social Networks, Recommendation Systems, And Fraud Detection.</a:t>
            </a: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databases are often used in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Conjunction With Each Other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complete data management solution.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: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might use a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user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profiles &amp;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Key-Value Database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session data, and a wide-column database to store product data.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35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osql_imag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740" y="1266091"/>
            <a:ext cx="11580260" cy="371387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In Different Industries:-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7009" y="1486486"/>
            <a:ext cx="9199514" cy="4914314"/>
          </a:xfrm>
        </p:spPr>
        <p:txBody>
          <a:bodyPr>
            <a:normAutofit fontScale="92500"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E-Commerce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NoSQL databases are used to store product catalogs, customer data, and order history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Social Media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NoSQL databases are used to store user profiles, social graphs, and posts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Gaming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NoSQL databases are used to store player data, game state, and leaderboard information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Financial Services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NoSQL databases are used to store account data, transaction history, and fraud detection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Internet Of Things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(IoT): NoSQL databases are used to store sensor data, device data, and event data.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3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dvantages :-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199" y="1348595"/>
            <a:ext cx="9548155" cy="5164347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NoSQL databases have flexible data models that can adapt to changes in data structures.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makes them a good choice for storing complex and unstructured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NoSQL databases can scale horizontally to handle large amounts of data and high user loads.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makes them a good choice for high-performance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NoSQL databases are often faster than traditional relational databases for certain types of queries.</a:t>
            </a:r>
          </a:p>
          <a:p>
            <a:pPr marL="0" indent="0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6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Dis-Advantages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Consistency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NoSQL databases can sometimes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Sacrifice Consistency In Favor Of Performance Or Scalabilit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not be suitable for applications where data consistency is critical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NoSQL databases can be more complex to manage than traditional relational databases.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requires specialized knowledge and expertise.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7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6316" y="450166"/>
            <a:ext cx="8942582" cy="70338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Query Models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84" y="1064456"/>
            <a:ext cx="9663747" cy="5336344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NoSQL databases offer a variety of query models for big data.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specific query model that is best for your application will depend on the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Type Of Data You Are Storing And The Types Of Queries You Need To Perform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Common Query Models For NoSQL Databases: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Key-value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Key-value queries are the simplest type of NoSQL query.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allow you to retrieve a value based on a given key.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Key-value queries are often used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Caching And Lookup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Document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Document queries allow you to query documents based on their content.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Document queries can be very complex, and can include support for nested documents and arrays.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Document queries are often used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Web Applications And Content Management Systems.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6" y="656493"/>
            <a:ext cx="9523071" cy="595532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Column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Column queries allow you to query columns of data efficiently. Column queries are often used for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Analytical Applications And Data Warehouses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Graph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Graph queries allow you to query relationships between data nodes. Graph queries are often used for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Social Networking Applications And Fraud Detection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addition to these basic query models, many NoSQL databases also offer support for more advanced features, such as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Full-text Search And Geospatial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421" y="178191"/>
            <a:ext cx="10212388" cy="64617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Are Some Tips For Querying Big Data In NoSQL Databases:</a:t>
            </a:r>
          </a:p>
          <a:p>
            <a:pPr>
              <a:buNone/>
            </a:pP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The Right Data Model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As mentioned above, the specific query model that is best for your application will depend on the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 Of Data You Are Storing And The Types Of Queries You Need To Perform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Make sure to choose a data model that is optimized for the types of queries you will be running.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Indexes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Indexes can help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 The Performance Of Your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Make sure to create indexes on the fields that you query most often.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Sharding And Replication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Sharding and replication can help you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Scale Your Database Horizontally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 have a large amount of data or high traffic, you should consider using sharding and replication.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A Query Planner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query planner can help you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Optimize Your Queries For Performance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Many NoSQL databases have built-in query planners, but there are also third-party query planners available.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Monitor Your Queries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It is important to monitor your queries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Identify Any Performance Bottlenecks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use a monitoring tool to track the latency and throughput of your queries.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4624" y="675249"/>
            <a:ext cx="8928515" cy="67524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Mongo DB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8368" y="1345809"/>
            <a:ext cx="9705952" cy="551219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MongoDB is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Document-Oriented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NoSQL database.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stores data in documents, which are similar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JSON Objects.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Documents can have different fields and structures, and can be nested to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Create Complex Data Models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MongoDB is a popular choice for NoSQL data management because it is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Flexible, Scalable, And Easy To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also well-suited for applications that need to handle large amounts of data or that need to be able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Scale Quickly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MongoDB is also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Schema-less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means that there is no fixed schema for documents.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makes it easy to add new fields to documents or change the structure of existing documents without having to modify the database schema.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6" y="614289"/>
            <a:ext cx="9494935" cy="5913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Benefits Of Using Mongo DB For No SQL Data Management:-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 DB's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Schema-less Design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makes it easy to store and query data of any structure.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is ideal for applications that need to handle a variety of different data types or that need to be able to change their data model quickly.</a:t>
            </a:r>
            <a:endPara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is designed for performance and can handle high-volume queries and updates.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makes it a good choice for applications that need to be able to respond quickly to user requests.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Ease Of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is easy to learn and use, even for developers who are new to NoSQL databases. There are also a variety of tools and resources available to help developers get started with MongoDB.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can be scaled horizontally to handle large amounts of data and traffic. This makes it a good choice for applications that need to be able to scale to meet demand.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ongo_db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177" y="206326"/>
            <a:ext cx="10019488" cy="6124136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8515" cy="45910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Examples Of Mongo DB:-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3789" y="1331741"/>
            <a:ext cx="9565275" cy="5223804"/>
          </a:xfrm>
        </p:spPr>
        <p:txBody>
          <a:bodyPr>
            <a:normAutofit lnSpcReduction="10000"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Web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is often used to store and serve data for web applications. This is because it is fast, scalable, and easy to integrate with popular web frameworks.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Real-time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is also a good choice for real-time applications, such as chat applications and social media platforms. This is because it can handle high-volume updates and queries in real time.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Mobile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MongoDB is also used to store and sync data for mobile applications. This is because it is lightweight and can be easily deployed on mobile devices.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MongoDB is a powerful and flexible NoSQL database that is well-suited for a wide variety of applications.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 are looking for a NoSQL database that is easy to use, scalable, and performance, then MongoDB is a good option to consider.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56650" cy="515374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Tips For Using Mongo DB For NoSQL Data Management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2264" y="1148861"/>
            <a:ext cx="9480867" cy="5216769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The Right Data Mode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l: Mongo DB's schema-less design gives you a lot of flexibility, but it is important to choose the right data model for your application. This will help you to optimize your database for performance and scalability.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Indexes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Indexes can help to improve the performance of your queries. Make sure to create indexes on the fields that you query most often.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Sharding And Replication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Sharding and replication can help you to scale your database horizontally. If you have a large amount of data or high traffic, you should consider using sharding and replication.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A Monitoring Tool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monitoring tool can help you to track the performance and health of your database. This can help you to identify and troubleshoot problems early on.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Sharding is a type of database partitioning that separates large databases into smaller, faster, more easily managed parts. 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187</TotalTime>
  <Words>390</Words>
  <Application>Microsoft Office PowerPoint</Application>
  <PresentationFormat>Custom</PresentationFormat>
  <Paragraphs>122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Wisp</vt:lpstr>
      <vt:lpstr>UNIT- IV</vt:lpstr>
      <vt:lpstr>PowerPoint Presentation</vt:lpstr>
      <vt:lpstr>PowerPoint Presentation</vt:lpstr>
      <vt:lpstr>PowerPoint Presentation</vt:lpstr>
      <vt:lpstr>PowerPoint Presentation</vt:lpstr>
      <vt:lpstr>NoSQL In Different Industries:- </vt:lpstr>
      <vt:lpstr>Advantages :- </vt:lpstr>
      <vt:lpstr>Dis-Advantages</vt:lpstr>
      <vt:lpstr>Query Models</vt:lpstr>
      <vt:lpstr>PowerPoint Presentation</vt:lpstr>
      <vt:lpstr>PowerPoint Presentation</vt:lpstr>
      <vt:lpstr>PowerPoint Presentation</vt:lpstr>
      <vt:lpstr>Mongo DB</vt:lpstr>
      <vt:lpstr>PowerPoint Presentation</vt:lpstr>
      <vt:lpstr>PowerPoint Presentation</vt:lpstr>
      <vt:lpstr>Examples Of Mongo DB:-</vt:lpstr>
      <vt:lpstr>Tips For Using Mongo DB For NoSQL Data Management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MRUH</dc:creator>
  <cp:lastModifiedBy>Admin</cp:lastModifiedBy>
  <cp:revision>48</cp:revision>
  <dcterms:created xsi:type="dcterms:W3CDTF">2023-10-12T06:35:08Z</dcterms:created>
  <dcterms:modified xsi:type="dcterms:W3CDTF">2023-11-08T06:59:51Z</dcterms:modified>
</cp:coreProperties>
</file>