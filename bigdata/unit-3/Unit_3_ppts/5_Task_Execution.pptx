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64" r:id="rId4"/>
    <p:sldId id="257" r:id="rId5"/>
    <p:sldId id="258" r:id="rId6"/>
    <p:sldId id="259" r:id="rId7"/>
    <p:sldId id="260" r:id="rId8"/>
    <p:sldId id="261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Task Execution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Task Execution Environment</a:t>
            </a:r>
          </a:p>
          <a:p>
            <a:pPr>
              <a:buFont typeface="Wingdings" pitchFamily="2" charset="2"/>
              <a:buChar char="ü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MapReduce framework executes mapper and reducer tasks in a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Separate JVM Process. 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process inherits the environment of the parent TaskTracker process. </a:t>
            </a:r>
          </a:p>
          <a:p>
            <a:pPr>
              <a:buFont typeface="Wingdings" pitchFamily="2" charset="2"/>
              <a:buChar char="ü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user can specify additional options to the child JVM via the 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Mapreduce.Map.Java.Opts,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Mapreduce.Reduce.Java.Opts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		configuration parameters.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8229600" cy="43891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two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essential components of the MapReduce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framework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are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JobTracker 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TaskTracker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Job Tracker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is responsible for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Scheduling And Monitoring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MapReduce jobs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Task Tracker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is responsible for executing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Individual Mapper And Reducer Tasks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task_exce22.PNG"/>
          <p:cNvPicPr>
            <a:picLocks noGrp="1" noChangeAspect="1"/>
          </p:cNvPicPr>
          <p:nvPr>
            <p:ph idx="1"/>
          </p:nvPr>
        </p:nvPicPr>
        <p:blipFill>
          <a:blip r:embed="rId2"/>
          <a:srcRect l="3061" r="6122" b="589"/>
          <a:stretch>
            <a:fillRect/>
          </a:stretch>
        </p:blipFill>
        <p:spPr>
          <a:xfrm>
            <a:off x="152400" y="1066800"/>
            <a:ext cx="7009684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05000" y="609600"/>
            <a:ext cx="29456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MapReduce Architecture</a:t>
            </a:r>
            <a:endParaRPr lang="en-US" sz="20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Task Environment Properties</a:t>
            </a:r>
            <a:endParaRPr lang="en-US" sz="36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 descr="task_env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2057400"/>
            <a:ext cx="8358715" cy="2514600"/>
          </a:xfrm>
        </p:spPr>
      </p:pic>
      <p:pic>
        <p:nvPicPr>
          <p:cNvPr id="5" name="Picture 4" descr="task_env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42" y="4572000"/>
            <a:ext cx="8502558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Speculative Execution – Killing The Slowest Copies</a:t>
            </a:r>
            <a:endParaRPr lang="en-US" sz="2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Speculative execution is a technique used to improve the performance of MapReduce jobs by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Running Multiple Copies Of The Same Task And Killing The Slowest Copies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MapReduce framework determines which tasks to speculate on based on their progress and the overall state of the job.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Speculative execution can be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Enabled Or Disabled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by setting the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mapreduce.map.speculative,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mapreduce.reduce.speculative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		configuration parameters.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Speculative Execution Properties</a:t>
            </a:r>
            <a:endParaRPr lang="en-US" sz="36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 descr="spec_exe_prop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209800"/>
            <a:ext cx="8373810" cy="4267200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Output Committers – Output is Durable&amp; Consistent</a:t>
            </a:r>
            <a:endParaRPr lang="en-US" sz="2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133600"/>
            <a:ext cx="8458200" cy="4953000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output committer is responsible for writing the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output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of a MapReduce job to the Hadoop Distributed File System (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HDFS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). 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MapReduce framework provides a number of built-in output committers, but the user can also implement their own custom output committer.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output committer is responsible for ensuring that the output of the job is durable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consistent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output files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are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Not Corrupted And That They Are Properly Synchronized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with the HDFS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metadata)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Task Execution Flow</a:t>
            </a:r>
            <a:endParaRPr lang="en-US" sz="36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686800" cy="5257800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following is a simplified overview of the task execution flow in MapReduce: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JobTracker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assigns a mapper or reducer task to a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TaskTracker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TaskTracker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starts a new JVM process to execute the task.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Task Execution Environment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is initialized with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And Output Splits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The Mapper Or Reducer Class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The Configuration Parameters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The Reporter Object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229600" cy="438912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task is executed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Output Committer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is used to write the output of the task to HDFS.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task execution environment is cleaned up.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Speculative Execution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is enabled, the JobTracker may start multiple copies of the same task and kill the slowest copies.</a:t>
            </a:r>
            <a:endParaRPr lang="en-US" sz="20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60</TotalTime>
  <Words>356</Words>
  <Application>Microsoft Office PowerPoint</Application>
  <PresentationFormat>On-screen Show (4:3)</PresentationFormat>
  <Paragraphs>57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Flow</vt:lpstr>
      <vt:lpstr>Task Execution</vt:lpstr>
      <vt:lpstr>Slide 2</vt:lpstr>
      <vt:lpstr>Slide 3</vt:lpstr>
      <vt:lpstr>Task Environment Properties</vt:lpstr>
      <vt:lpstr>Speculative Execution – Killing The Slowest Copies</vt:lpstr>
      <vt:lpstr>Speculative Execution Properties</vt:lpstr>
      <vt:lpstr>Output Committers – Output is Durable&amp; Consistent</vt:lpstr>
      <vt:lpstr>Task Execution Flow</vt:lpstr>
      <vt:lpstr>Slide 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Yes</dc:creator>
  <cp:lastModifiedBy>Windows User</cp:lastModifiedBy>
  <cp:revision>32</cp:revision>
  <dcterms:created xsi:type="dcterms:W3CDTF">2006-08-16T00:00:00Z</dcterms:created>
  <dcterms:modified xsi:type="dcterms:W3CDTF">2023-10-29T08:02:57Z</dcterms:modified>
</cp:coreProperties>
</file>