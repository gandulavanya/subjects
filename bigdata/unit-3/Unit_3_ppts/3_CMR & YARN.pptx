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Classic Map Reduce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classic_map_reduc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24000"/>
            <a:ext cx="7848600" cy="3770565"/>
          </a:xfrm>
        </p:spPr>
      </p:pic>
      <p:sp>
        <p:nvSpPr>
          <p:cNvPr id="5" name="TextBox 4"/>
          <p:cNvSpPr txBox="1"/>
          <p:nvPr/>
        </p:nvSpPr>
        <p:spPr>
          <a:xfrm>
            <a:off x="457200" y="556260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Published in 2004 by </a:t>
            </a:r>
            <a:r>
              <a:rPr lang="en-US" b="1" dirty="0" smtClean="0">
                <a:solidFill>
                  <a:srgbClr val="002060"/>
                </a:solidFill>
              </a:rPr>
              <a:t>Jeffrey Dean and Sanjay Ghemawa</a:t>
            </a:r>
            <a:r>
              <a:rPr lang="en-US" dirty="0" smtClean="0"/>
              <a:t>t of Google.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The paper describes the MapReduce programming model and implementation, which was developed at Google to process and generate large data sets using a cluster of computers.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 Is A Two-Stage Process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410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Map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In the map phase, input data is divided into smaller chunks and processed by mapper functions.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Mapper functions take a key-value pair as input and output one or more key-value pairs.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Reduce: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In the reduce phase, the output of the map phase is shuffled and grouped by key. Reduce functions then process each group of key-value pairs and output a single key-value pair.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MapReduce is a very efficient way to process large data sets because it can be easily parallelized.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 mapper and reducer function can be executed on a different node in the cluster, which allows for significant speedups.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ff_mp_cmp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2922541"/>
          </a:xfrm>
        </p:spPr>
      </p:pic>
      <p:pic>
        <p:nvPicPr>
          <p:cNvPr id="5" name="Picture 4" descr="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400"/>
            <a:ext cx="9037721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MapReduce with YARN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MapReduce with YARN (Yet Another Resource Negotiator) is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Newer Version Of Mapreduce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was introduced in Hadoop 2.0.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YARN provides a more efficient way to manage resources in a Hadoop cluster, which can lead to significant performance improvements for MapReduce jobs.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classic MapReduce,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Job Tracker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was responsible for both managing resources and scheduling jobs.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could lead to performance bottlenecks, especially for large clusters.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389120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In MapReduce with YARN, the </a:t>
            </a:r>
            <a:r>
              <a:rPr lang="en-US" b="1" dirty="0" smtClean="0">
                <a:solidFill>
                  <a:srgbClr val="002060"/>
                </a:solidFill>
              </a:rPr>
              <a:t>Resource Manager </a:t>
            </a:r>
            <a:r>
              <a:rPr lang="en-US" dirty="0" smtClean="0"/>
              <a:t>is responsible for managing resources and 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b="1" dirty="0" smtClean="0">
                <a:solidFill>
                  <a:srgbClr val="002060"/>
                </a:solidFill>
              </a:rPr>
              <a:t>Application Master</a:t>
            </a:r>
            <a:r>
              <a:rPr lang="en-US" dirty="0" smtClean="0"/>
              <a:t> is responsible for scheduling jobs. 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This separation of duties helps to improve performance and scalability.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It provides a number of advantages over classic MapReduce, including 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Improved Performance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Scalability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Fault Tolerance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 Resource Management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Failures in YARN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ResourceManager failures: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 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manages all of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Resources In The Cluster.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If the ResourceManager fails, all of the jobs running in the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Cluster Will Be Interrupted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avoid this, YARN can be configured to run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wo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ResourceManagers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in an active-standby configuration. 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If the active ResourceManager fails, the standby ResourceManager will take over with minimal disruption.</a:t>
            </a:r>
          </a:p>
          <a:p>
            <a:pPr>
              <a:buFont typeface="Wingdings" pitchFamily="2" charset="2"/>
              <a:buChar char="ü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ApplicationMaster Failures</a:t>
            </a: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:-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managing the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Execution Of A Single Job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If the ApplicationMaster fails, the job will fail. 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However, the YARN framework will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Automatically Restart The ApplicationMaster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on a different node manager. 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By default, YARN will try to restart the ApplicationMaster twice. If it fails to restart the ApplicationMaster successfully, the job will be killed.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NodeManager failures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Running the containers that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Execute The Tasks Of A Job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a NodeManager fails, all of the containers running on that node manager will fail.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However, the YARN framework will automatically reschedule the failed containers to other NodeManagers in the cluster.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Container Failures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Containers are the basic execution units of YARN.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a container fails, the YARN framework will automatically reschedule the failed container to another NodeManager in the cluster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Other Failures are Hardware and Software.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Here Are Some Tips For Troubleshooting Failures In YARN</a:t>
            </a:r>
            <a:endParaRPr lang="en-US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5105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Check the YARN logs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 YARN logs can provide valuable information about the cause of a failure. The logs can be found on the YARN ResourceManager and NodeManagers.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the YARN web UI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 YARN web UI provides a real-time view of the YARN cluster. It can be used to monitor the status of jobs, containers, and resources.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the YARN command-line tools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 YARN command-line tools can be used to manage and troubleshoot YARN clusters. For example, the yarn application -list command can be used to list all of the running jobs in the cluster.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the YARN support forums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 YARN support forums are a great place to get help with troubleshooting YARN failures.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74</TotalTime>
  <Words>287</Words>
  <Application>Microsoft Office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Classic Map Reduce</vt:lpstr>
      <vt:lpstr>MapReduce Is A Two-Stage Process</vt:lpstr>
      <vt:lpstr>Slide 3</vt:lpstr>
      <vt:lpstr>MapReduce with YARN</vt:lpstr>
      <vt:lpstr>Slide 5</vt:lpstr>
      <vt:lpstr>Slide 6</vt:lpstr>
      <vt:lpstr>Failures in YARN</vt:lpstr>
      <vt:lpstr>Slide 8</vt:lpstr>
      <vt:lpstr>Here Are Some Tips For Troubleshooting Failures In YARN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Map Reduce</dc:title>
  <dc:creator>Yes</dc:creator>
  <cp:lastModifiedBy>Windows User</cp:lastModifiedBy>
  <cp:revision>15</cp:revision>
  <dcterms:created xsi:type="dcterms:W3CDTF">2006-08-16T00:00:00Z</dcterms:created>
  <dcterms:modified xsi:type="dcterms:W3CDTF">2023-10-29T05:22:58Z</dcterms:modified>
</cp:coreProperties>
</file>