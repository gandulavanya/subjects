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 Reduce – Shuffle &amp; Sort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map_reduc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2209800"/>
            <a:ext cx="8389478" cy="4307349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 MapReduce job, the input data is divided into smaller chunks, which are processed by the mappers in parallel.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mappers output key-value pairs, which are shuffled and sorted by the framework.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reducers then process the sorted key-value pairs and generate the final output.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Shuffle and Sort Phase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shuffle and sort phase is a critical component of MapReduce.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responsible for transferring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Shuffled intermediate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outputs of the mappers to the reducers and sorting them by key.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 Side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the map side, the shuffle process begins by partitioning the intermediate key-value pairs into buckets based on their keys.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buckets are then serialized and written to a local disk.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Reduce Side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the reduce side, the shuffle process begins by reading the serialized intermediate key-value pairs from the local disk of each mapper.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pairs are then sorted by key and merged into a single stream.</a:t>
            </a: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huffle_sort_mapreduc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143000"/>
            <a:ext cx="7543800" cy="3575554"/>
          </a:xfrm>
        </p:spPr>
      </p:pic>
      <p:sp>
        <p:nvSpPr>
          <p:cNvPr id="5" name="TextBox 4"/>
          <p:cNvSpPr txBox="1"/>
          <p:nvPr/>
        </p:nvSpPr>
        <p:spPr>
          <a:xfrm>
            <a:off x="762000" y="51816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Shuffle and sort in MapReduce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duce_sid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838200"/>
            <a:ext cx="6237202" cy="5334000"/>
          </a:xfrm>
        </p:spPr>
      </p:pic>
      <p:sp>
        <p:nvSpPr>
          <p:cNvPr id="5" name="TextBox 4"/>
          <p:cNvSpPr txBox="1"/>
          <p:nvPr/>
        </p:nvSpPr>
        <p:spPr>
          <a:xfrm>
            <a:off x="838200" y="6248400"/>
            <a:ext cx="739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Efficiently merging 40 file segments with a merge factor of 10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Configuration Tuning – Adjusting Parameters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performance of the shuffle and sort phase can be tuned by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Adjusting A Number Of Configuration Parameters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such as: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io.sort.mb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maximum amount of memory to use for sorting intermediate key-value pairs in memory.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io.sort.factor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number of intermediate files to merge into a single file before writing to disk.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io.sort.spill.percent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percentage of the memory used for sorting that triggers spilling to disk.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map_side_tuning_properti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838200"/>
            <a:ext cx="6750132" cy="5791200"/>
          </a:xfrm>
        </p:spPr>
      </p:pic>
      <p:sp>
        <p:nvSpPr>
          <p:cNvPr id="7" name="TextBox 6"/>
          <p:cNvSpPr txBox="1"/>
          <p:nvPr/>
        </p:nvSpPr>
        <p:spPr>
          <a:xfrm>
            <a:off x="7315201" y="2286000"/>
            <a:ext cx="152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 Side Tuning Properties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duce_side_prop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066800"/>
            <a:ext cx="7284205" cy="3581400"/>
          </a:xfrm>
        </p:spPr>
      </p:pic>
      <p:pic>
        <p:nvPicPr>
          <p:cNvPr id="5" name="Picture 4" descr="reduce_prep22.PNG"/>
          <p:cNvPicPr>
            <a:picLocks noChangeAspect="1"/>
          </p:cNvPicPr>
          <p:nvPr/>
        </p:nvPicPr>
        <p:blipFill>
          <a:blip r:embed="rId3"/>
          <a:srcRect r="1010" b="43777"/>
          <a:stretch>
            <a:fillRect/>
          </a:stretch>
        </p:blipFill>
        <p:spPr>
          <a:xfrm>
            <a:off x="152400" y="4648200"/>
            <a:ext cx="746760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685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Reduce-side Tuning Properties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39</TotalTime>
  <Words>272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Map Reduce – Shuffle &amp; Sort</vt:lpstr>
      <vt:lpstr>Slide 2</vt:lpstr>
      <vt:lpstr>Slide 3</vt:lpstr>
      <vt:lpstr>Slide 4</vt:lpstr>
      <vt:lpstr>Slide 5</vt:lpstr>
      <vt:lpstr>Configuration Tuning – Adjusting Parameters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Reduce – Shuffle &amp; Sort</dc:title>
  <dc:creator>Yes</dc:creator>
  <cp:lastModifiedBy>Windows User</cp:lastModifiedBy>
  <cp:revision>13</cp:revision>
  <dcterms:created xsi:type="dcterms:W3CDTF">2006-08-16T00:00:00Z</dcterms:created>
  <dcterms:modified xsi:type="dcterms:W3CDTF">2023-10-29T08:11:18Z</dcterms:modified>
</cp:coreProperties>
</file>