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MR UNIT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MR unit is a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Testing Framework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MapReduce applications. 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MRUnit allows you to test your mapper and reducer classes in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Isolation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without having to run a full MapReduce job. 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can help you to identify and fix bugs early on.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Note: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Isolation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 MRUnit means that you can test your mapper and reducer classes without having to run a full MapReduce job.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To develop a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MapReduce Application Using MRUnit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, you can follow these steps: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Create Your MapReduce Application -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includes writing your mapper and reducer classes.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Add MRUnit To Your Project -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can do this using Maven or Gradle.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Write Unit Tests For Your Mapper And Reducer Classes -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MRUnit provides a MapReduceDriver class that you can use to test your mapper and reducer classes separately.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Your Unit Tests -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You can use your IDE's built-in test runner or a command-line tool like mvn test or gradle test.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762000"/>
            <a:ext cx="6934200" cy="60960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org.apache.hadoop.io.IntWritable;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org.apache.hadoop.io.Text;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org.apache.hadoop.mapreduce.Mapper;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org.apache.hadoop.mrunit.mapreduce.MapDriver;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org.junit.Test;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29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WordCountMapperTest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{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@Test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public void testMapper() throws Exception {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// Create a new MapDriver object.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MapDriver&lt;Text, IntWritable, Text, IntWritable&gt; driver = new MapDriver&lt;&gt;();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// Set the mapper class.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driver.setMapper(Word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CountMapper.class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// Add some input data.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driver.addInput(new Text("hello world"));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// Run the mapper.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driver.runTest();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// Verify the output data.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driver.assertOutput(new Text("hello"), new IntWritable(1));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driver.assertOutput(new Text("world"), new IntWritable(1));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64008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  can write similar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unit tests for your reducer class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Once we have written unit tests for your mapper and reducer classes, you can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them to verify that your MapReduce application is working as expected.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Here are some additional tips for developing MapReduce applications using MRUnit: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MRUnit to test your mapper and reducer classes in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isolation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This will help you to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Identify And Fix Bugs Early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on.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Write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Comprehensive Unit Tests That Cover All Of The Possible Cases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your mapper and reducer classes may encounter.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MRUnit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test your MapReduce application as a whole. This will help you to ensure that all of the components of your application are working together correctly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6248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develop a MapReduce application and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Run It Locally On Test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you can follow these steps: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Write Your MapReduce Code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- This involves writing two classes: a Mapper class and a Reducer class. The Mapper class takes each input record and splits it into key-value pairs. The Reducer class takes the key-value pairs generated by the Mapper class and combines them into a single output value.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Compile Your MapReduce Code -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Once you have written your MapReduce code, you need to compile it into a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JAR file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can be done using the following command: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javac -d classes src/main/java/*.java jar -cvf mapper-reducer.jar -C classes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“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Configure Your MapReduce Job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-  You need to configure your MapReduce job by creating a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job.xml file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This file specifies the input and output directories for your job, as well as the Mapper and Reducer classes to use.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71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Run your MapReduce job -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run your MapReduce job, you can use the following command: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hadoop jar mapper-reducer.jar mapper.Mapper reducer.Reducer input_directory output_directory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“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example, if your input directory is input and your output directory is output, you would run the following command: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hadoop jar mapper-reducer.jar mapper.Mapper reducer.Reducer input output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“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View Your Job Output -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Once your MapReduce job has finished running, you can view your job output in the output directory.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110</TotalTime>
  <Words>447</Words>
  <Application>Microsoft Office PowerPoint</Application>
  <PresentationFormat>On-screen Show (4:3)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Constantia</vt:lpstr>
      <vt:lpstr>Times New Roman</vt:lpstr>
      <vt:lpstr>Wingdings</vt:lpstr>
      <vt:lpstr>Wingdings 2</vt:lpstr>
      <vt:lpstr>Flow</vt:lpstr>
      <vt:lpstr>MR UNIT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Yes</dc:creator>
  <cp:lastModifiedBy>QSK385</cp:lastModifiedBy>
  <cp:revision>25</cp:revision>
  <dcterms:created xsi:type="dcterms:W3CDTF">2006-08-16T00:00:00Z</dcterms:created>
  <dcterms:modified xsi:type="dcterms:W3CDTF">2024-02-26T08:50:20Z</dcterms:modified>
</cp:coreProperties>
</file>