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650" y="2378144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Anatomy of Map Reduce Job Run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836" y="1091418"/>
            <a:ext cx="8637563" cy="55203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anatomy of a MapReduce job run can be divided into the following steps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Submits The Job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client submits the MapReduce job to the YARN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Manager</a:t>
            </a:r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manager allocates the necessary resources (containers) to the job and launches the MapReduce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Master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the Containers are managed by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Manager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Master Coordinates The Job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application master splits the input data into splits and assigns them to map tasks.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monitors the progress of the map and reduce tasks and restarts any failed tasks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 Tasks Process The Input Data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map tasks process their assigned input splits and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Intermediate Key-value Pairs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74594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019" y="1906947"/>
            <a:ext cx="8229600" cy="4389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Shuffle Phase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shuffle phase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Sorts The Intermediate Key-value Pairs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map tasks and groups them by key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Tasks Process The Intermediate Data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reduce tasks process the intermediate key-value pairs from the shuffle phase and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The Final Output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Master Completes The Job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Once all of the reduce tasks have completed, the application master merges the output from the reduce tasks and writes it to the distributed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file-system.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3154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21" y="1150476"/>
            <a:ext cx="8898148" cy="5638512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JVM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The client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 Virtual Machine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process that submits the MapReduce job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node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The client node is the machine where the client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JVM Is Running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ResourceManager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The ResourceManager is responsible for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Allocating Resources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(containers) to MapReduce jobs.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Manager Node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resource manager node is the machine where the </a:t>
            </a:r>
            <a:r>
              <a:rPr lang="en-US" sz="1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Manager Is Running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NodeManager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The NodeManager is responsible for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 Containers On A Machine.</a:t>
            </a: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manager node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The node manager node is the machine where the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Manager Is Running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MRAppMaster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The MRAppMaster is a Java process that is responsible for coordinating the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Of The Map Reduce Job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JVM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The task JVM is a Java process that is responsible for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Executing A Mapper Or Reducer Task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Yarn Child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The Yarn Child is a Java process that is responsible for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Running The Task JVM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 Filesystem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The shared filesystem is a distributed filesystem, such as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HDFS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that is used to store the input and output data for the MapReduce job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96529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3646" y="1058700"/>
            <a:ext cx="347263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Hadoop Runs a Map Reduce Job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939" y="892250"/>
            <a:ext cx="4526836" cy="5969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589917" y="2596553"/>
            <a:ext cx="26138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 submission</a:t>
            </a:r>
          </a:p>
          <a:p>
            <a:pPr marL="342900" indent="-342900"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 Initialization</a:t>
            </a:r>
          </a:p>
          <a:p>
            <a:pPr marL="342900" indent="-342900"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 Assignment</a:t>
            </a:r>
          </a:p>
          <a:p>
            <a:pPr marL="342900" indent="-342900"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 execution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7913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1530" y="661182"/>
            <a:ext cx="3146153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 &amp; Status Update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404" b="8090"/>
          <a:stretch/>
        </p:blipFill>
        <p:spPr>
          <a:xfrm>
            <a:off x="168859" y="1012535"/>
            <a:ext cx="5022120" cy="5811581"/>
          </a:xfrm>
        </p:spPr>
      </p:pic>
      <p:sp>
        <p:nvSpPr>
          <p:cNvPr id="5" name="TextBox 4"/>
          <p:cNvSpPr txBox="1"/>
          <p:nvPr/>
        </p:nvSpPr>
        <p:spPr>
          <a:xfrm>
            <a:off x="5254283" y="1944591"/>
            <a:ext cx="373228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status updates are propagated through the MapReduce system as follows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JVM sends status updates to the Yarn Child.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Yarn Child sends status updates to the MRAppMaster.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MRAppMaster sends status updates to the ResourceManager.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ResourceManager sends status updates to the client JVM.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22494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079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Completion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Application Master receives a notification for a job is completed.</a:t>
            </a:r>
          </a:p>
          <a:p>
            <a:r>
              <a:rPr lang="en-US" dirty="0" smtClean="0"/>
              <a:t>It changes job status to successful.</a:t>
            </a:r>
          </a:p>
          <a:p>
            <a:r>
              <a:rPr lang="en-US" dirty="0" smtClean="0"/>
              <a:t>Application master and the task container also clean up their working state.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5794344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136</Words>
  <Application>Microsoft Office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Flow</vt:lpstr>
      <vt:lpstr>Anatomy of Map Reduce Job Run</vt:lpstr>
      <vt:lpstr>Slide 2</vt:lpstr>
      <vt:lpstr>Slide 3</vt:lpstr>
      <vt:lpstr>Slide 4</vt:lpstr>
      <vt:lpstr>How Hadoop Runs a Map Reduce Job</vt:lpstr>
      <vt:lpstr>Progress &amp; Status Update</vt:lpstr>
      <vt:lpstr>Job Completion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Anatomy of Map Reduce Job Run</dc:title>
  <dc:creator>Yes</dc:creator>
  <cp:lastModifiedBy>Windows User</cp:lastModifiedBy>
  <cp:revision>1</cp:revision>
  <dcterms:created xsi:type="dcterms:W3CDTF">2006-08-16T00:00:00Z</dcterms:created>
  <dcterms:modified xsi:type="dcterms:W3CDTF">2023-10-17T13:52:03Z</dcterms:modified>
</cp:coreProperties>
</file>