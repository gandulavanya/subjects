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76" r:id="rId6"/>
    <p:sldId id="277" r:id="rId7"/>
    <p:sldId id="261" r:id="rId8"/>
    <p:sldId id="262" r:id="rId9"/>
    <p:sldId id="275" r:id="rId10"/>
    <p:sldId id="263" r:id="rId11"/>
    <p:sldId id="264" r:id="rId12"/>
    <p:sldId id="265" r:id="rId13"/>
    <p:sldId id="266" r:id="rId14"/>
    <p:sldId id="267" r:id="rId15"/>
    <p:sldId id="268" r:id="rId16"/>
    <p:sldId id="273" r:id="rId17"/>
    <p:sldId id="272" r:id="rId18"/>
    <p:sldId id="274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1386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96A7A02-293D-4D57-9834-AD554D2AE92E}" type="datetimeFigureOut">
              <a:rPr lang="en-US" smtClean="0"/>
              <a:pPr/>
              <a:t>10/30/2023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4C5024F-D248-43FE-8CB1-5381C96EBA8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Unit-3  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Part-3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ctr"/>
            <a:endParaRPr lang="en-US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Reduce Types And Formats</a:t>
            </a:r>
            <a:endParaRPr lang="en-IN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633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 Reduce Types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1816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types are used to represent the input, intermediate, and output data of the MapReduce job.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following are the main types used in MapReduce: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Input Key And Value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types represent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Input Data To The MapReduce Job.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key type is typically a unique identifier for each input record, and the value type is the data associated with the record.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Intermediate Key And Value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types represent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Output Of The Mapper And Input To The Reducer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intermediate key and value types can be different from the input key and value types.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Output Key And Value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These types represent 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Output Of The Reducer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output key and value types can be different from the input and intermediate key and value types.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ap_reduce_typ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381000"/>
            <a:ext cx="8686800" cy="5870030"/>
          </a:xfrm>
        </p:spPr>
      </p:pic>
      <p:sp>
        <p:nvSpPr>
          <p:cNvPr id="3" name="TextBox 2"/>
          <p:cNvSpPr txBox="1"/>
          <p:nvPr/>
        </p:nvSpPr>
        <p:spPr>
          <a:xfrm>
            <a:off x="457200" y="6248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Configuration of Map Reduce types in new API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ap_reduce_types22.PNG"/>
          <p:cNvPicPr>
            <a:picLocks noGrp="1" noChangeAspect="1"/>
          </p:cNvPicPr>
          <p:nvPr>
            <p:ph idx="1"/>
          </p:nvPr>
        </p:nvPicPr>
        <p:blipFill>
          <a:blip r:embed="rId2"/>
          <a:srcRect l="3100" t="6531" r="4567" b="7017"/>
          <a:stretch>
            <a:fillRect/>
          </a:stretch>
        </p:blipFill>
        <p:spPr>
          <a:xfrm>
            <a:off x="304800" y="685800"/>
            <a:ext cx="8381999" cy="5709283"/>
          </a:xfrm>
        </p:spPr>
      </p:pic>
      <p:sp>
        <p:nvSpPr>
          <p:cNvPr id="3" name="TextBox 2"/>
          <p:cNvSpPr txBox="1"/>
          <p:nvPr/>
        </p:nvSpPr>
        <p:spPr>
          <a:xfrm>
            <a:off x="609600" y="6488668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Configuration of Map Reduce types in old API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153400" cy="74371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Default Map Reduce Job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streaming_separator_properti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524000"/>
            <a:ext cx="8342599" cy="4724400"/>
          </a:xfrm>
        </p:spPr>
      </p:pic>
      <p:sp>
        <p:nvSpPr>
          <p:cNvPr id="5" name="TextBox 4"/>
          <p:cNvSpPr txBox="1"/>
          <p:nvPr/>
        </p:nvSpPr>
        <p:spPr>
          <a:xfrm>
            <a:off x="457200" y="6248400"/>
            <a:ext cx="792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Streaming Separator Properties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eparator_properti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66800"/>
            <a:ext cx="8907494" cy="3276600"/>
          </a:xfrm>
        </p:spPr>
      </p:pic>
      <p:sp>
        <p:nvSpPr>
          <p:cNvPr id="5" name="TextBox 4"/>
          <p:cNvSpPr txBox="1"/>
          <p:nvPr/>
        </p:nvSpPr>
        <p:spPr>
          <a:xfrm>
            <a:off x="533400" y="4724400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Separators are used in a streaming Map Reduce Job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228600"/>
            <a:ext cx="61722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Reduce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62" y="1411458"/>
            <a:ext cx="8757139" cy="51862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is a programming model and processing framework that can be categorized into different types based on variations and use cases.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several types of MapReduce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MapReduce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traditional form of MapReduce and is used for batch processing of large datasets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MapReduce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MapReduce extends the MapReduce model to handle real-time data processing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MapReduce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MapReduce is used for problems that involve recursive subtasks.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MapReduce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MapReduce processes only the new or changed data since the last run.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192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66448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474" y="1052733"/>
            <a:ext cx="8529418" cy="55590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Multi-Step MapReduce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complex data processing tasks require multiple MapReduce jobs in sequence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MapReduce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MapReduce combines the MapReduce model with other processing models, such as in-memory processing or data streaming.</a:t>
            </a:r>
          </a:p>
          <a:p>
            <a:pPr lvl="1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on Cloud Services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MapReduce services, like Amazon EMR and Google Data prep, provide MapReduce capabilities in a cloud environment.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offer scalability, flexibility, and ease of use for running MapReduce jobs on cloud infrastructure.</a:t>
            </a:r>
          </a:p>
          <a:p>
            <a:pPr marL="393192" lvl="1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Map Reduce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Continue Until One condition becomes false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algorithms, like graph processing or machine learning algorithms, require multiple iterations over the same dataset.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65638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867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MapReduce types are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Types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are used for the input and output of the map and reduce functions.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most common MapReduce types are: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Text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This type is used for text data, such as log files, web pages, and email messages.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This type is used for integer data, such as product IDs, customer counts, and transaction amounts.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Long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This type is used for long integer data, such as timestamps and file sizes.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This type is used for floating-point data, such as product prices and customer ratings.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This type is used for double-precision floating-point data, such as scientific data and financial data.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MapReduce also supports custom types, which can be used for more complex data structures, such as JSON objects and XML documents.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47" y="1233577"/>
            <a:ext cx="8701897" cy="5624423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Map Reduce Working Mechanism</a:t>
            </a:r>
            <a:endParaRPr lang="en-US" dirty="0"/>
          </a:p>
        </p:txBody>
      </p:sp>
      <p:pic>
        <p:nvPicPr>
          <p:cNvPr id="4" name="Picture 3" descr="map_reduce2.PNG"/>
          <p:cNvPicPr>
            <a:picLocks noChangeAspect="1"/>
          </p:cNvPicPr>
          <p:nvPr/>
        </p:nvPicPr>
        <p:blipFill>
          <a:blip r:embed="rId2"/>
          <a:srcRect t="3460" r="3257" b="6579"/>
          <a:stretch>
            <a:fillRect/>
          </a:stretch>
        </p:blipFill>
        <p:spPr>
          <a:xfrm>
            <a:off x="838200" y="1981200"/>
            <a:ext cx="7795846" cy="4267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3723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Reduce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" t="24594" r="-352"/>
          <a:stretch/>
        </p:blipFill>
        <p:spPr>
          <a:xfrm>
            <a:off x="210367" y="2682814"/>
            <a:ext cx="8168885" cy="2846718"/>
          </a:xfrm>
        </p:spPr>
      </p:pic>
    </p:spTree>
    <p:extLst>
      <p:ext uri="{BB962C8B-B14F-4D97-AF65-F5344CB8AC3E}">
        <p14:creationId xmlns="" xmlns:p14="http://schemas.microsoft.com/office/powerpoint/2010/main" val="594849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649" y="33832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Input Format Class Hierarchy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72223" y="1935163"/>
            <a:ext cx="6399553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508" y="304800"/>
            <a:ext cx="61722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Reduce - Input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7" y="1499382"/>
            <a:ext cx="9003323" cy="4099560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Hadoop MapReduce and similar distributed data processing frameworks, input data is typically read from various sources and formats.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 of input format depends on the structure of the data and the requirements of the processing job.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common input formats used 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 Reduce:-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Text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Format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default input format in Hadoop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 Reduce.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Key-Value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Input Format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format is similar to TextInputFormat but interprets each line as a key-value 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9914" y="5528603"/>
            <a:ext cx="3640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NLine Input Format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 XML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8756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96" y="1013604"/>
            <a:ext cx="9079304" cy="57581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Input:-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Sequence-File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Format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files are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Files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key-value pairs efficiently.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for efficient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Serialization And Deserialization Of Complex Data Structures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Sequence File As Text Input Format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Sequence File As Binary Input Format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Fixed Length Input Format</a:t>
            </a:r>
          </a:p>
          <a:p>
            <a:pPr marL="0" indent="0"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Input:-</a:t>
            </a:r>
          </a:p>
          <a:p>
            <a:pPr marL="0" indent="0"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Data in Different Formats</a:t>
            </a:r>
          </a:p>
          <a:p>
            <a:pPr marL="0" indent="0">
              <a:buFont typeface="Wingdings" pitchFamily="2" charset="2"/>
              <a:buChar char="ü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Input Format:-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DB Input Format allows Map-Reduce jobs to read data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From Relational Databases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="" xmlns:p14="http://schemas.microsoft.com/office/powerpoint/2010/main" val="24168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6090"/>
            <a:ext cx="8934810" cy="55927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Splits &amp; Records:-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FileInputFormat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 Base Class For All Implementations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FileInputFormat Input Paths –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Offers 4 Static convenience methods for setting job’s input paths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FileInputFormat Input Splits –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Splits Only files larger than HDFS Blocks.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 Files &amp; CombineFileInputFormat -  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NonSplitTable TextInputFormat –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 don’t want the files to split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WholeFileInputFormat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Reading whole file as a record</a:t>
            </a:r>
          </a:p>
          <a:p>
            <a:pPr marL="457200" indent="-457200">
              <a:buNone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Text-Input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with Custom Record-Reader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create custom Record-Readers to parse and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Input Data In Specific Formats.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flexible and allows you to handle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Non-standard Data Formats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effectively.</a:t>
            </a: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 Input Formats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90639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examples_how_to_control_the_split_size.PNG"/>
          <p:cNvPicPr>
            <a:picLocks noGrp="1" noChangeAspect="1"/>
          </p:cNvPicPr>
          <p:nvPr>
            <p:ph idx="1"/>
          </p:nvPr>
        </p:nvPicPr>
        <p:blipFill>
          <a:blip r:embed="rId2"/>
          <a:srcRect r="2727" b="5732"/>
          <a:stretch>
            <a:fillRect/>
          </a:stretch>
        </p:blipFill>
        <p:spPr>
          <a:xfrm>
            <a:off x="609600" y="685800"/>
            <a:ext cx="8153400" cy="3352800"/>
          </a:xfrm>
        </p:spPr>
      </p:pic>
      <p:sp>
        <p:nvSpPr>
          <p:cNvPr id="5" name="TextBox 4"/>
          <p:cNvSpPr txBox="1"/>
          <p:nvPr/>
        </p:nvSpPr>
        <p:spPr>
          <a:xfrm>
            <a:off x="685800" y="4114800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Examples of how to control the split size</a:t>
            </a:r>
            <a:endParaRPr lang="en-US" dirty="0"/>
          </a:p>
        </p:txBody>
      </p:sp>
      <p:pic>
        <p:nvPicPr>
          <p:cNvPr id="6" name="Picture 5" descr="file_split_properties.PNG"/>
          <p:cNvPicPr>
            <a:picLocks noChangeAspect="1"/>
          </p:cNvPicPr>
          <p:nvPr/>
        </p:nvPicPr>
        <p:blipFill>
          <a:blip r:embed="rId3"/>
          <a:srcRect r="2913" b="5912"/>
          <a:stretch>
            <a:fillRect/>
          </a:stretch>
        </p:blipFill>
        <p:spPr>
          <a:xfrm>
            <a:off x="838200" y="4495800"/>
            <a:ext cx="7620000" cy="1752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62200" y="62484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File Split Properties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nput_path_filter_properties.PNG"/>
          <p:cNvPicPr>
            <a:picLocks noGrp="1" noChangeAspect="1"/>
          </p:cNvPicPr>
          <p:nvPr>
            <p:ph idx="1"/>
          </p:nvPr>
        </p:nvPicPr>
        <p:blipFill>
          <a:blip r:embed="rId2"/>
          <a:srcRect r="1743" b="6061"/>
          <a:stretch>
            <a:fillRect/>
          </a:stretch>
        </p:blipFill>
        <p:spPr>
          <a:xfrm>
            <a:off x="402773" y="838200"/>
            <a:ext cx="8588827" cy="2362200"/>
          </a:xfrm>
        </p:spPr>
      </p:pic>
      <p:sp>
        <p:nvSpPr>
          <p:cNvPr id="5" name="TextBox 4"/>
          <p:cNvSpPr txBox="1"/>
          <p:nvPr/>
        </p:nvSpPr>
        <p:spPr>
          <a:xfrm>
            <a:off x="685800" y="3200400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Input Path and Filter Properties</a:t>
            </a:r>
            <a:endParaRPr lang="en-US" dirty="0"/>
          </a:p>
        </p:txBody>
      </p:sp>
      <p:pic>
        <p:nvPicPr>
          <p:cNvPr id="6" name="Picture 5" descr="Properties_for_controlling_split_size.PNG"/>
          <p:cNvPicPr>
            <a:picLocks noChangeAspect="1"/>
          </p:cNvPicPr>
          <p:nvPr/>
        </p:nvPicPr>
        <p:blipFill>
          <a:blip r:embed="rId3"/>
          <a:srcRect r="2198" b="3333"/>
          <a:stretch>
            <a:fillRect/>
          </a:stretch>
        </p:blipFill>
        <p:spPr>
          <a:xfrm>
            <a:off x="533400" y="3657600"/>
            <a:ext cx="8305800" cy="270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324600"/>
            <a:ext cx="693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Properties for controlling split size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logical_records_hdfc_blocks_textinputformat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600200"/>
            <a:ext cx="8747961" cy="1905000"/>
          </a:xfrm>
        </p:spPr>
      </p:pic>
      <p:sp>
        <p:nvSpPr>
          <p:cNvPr id="5" name="TextBox 4"/>
          <p:cNvSpPr txBox="1"/>
          <p:nvPr/>
        </p:nvSpPr>
        <p:spPr>
          <a:xfrm>
            <a:off x="685800" y="40386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Logical records and HDFS blocks for TextInputFormat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0193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Output Format Class Hierarchy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25675" y="1935163"/>
            <a:ext cx="689265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146" y="146649"/>
            <a:ext cx="61722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Reduce - Output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1" y="1461028"/>
            <a:ext cx="9081460" cy="282961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Map Reduce jobs can be stored in various formats to suit different use cases and requirements.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common output formats used in MapReduce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Output Format</a:t>
            </a:r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</a:t>
            </a:r>
            <a:r>
              <a:rPr lang="en-US" sz="1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Output Format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Map Reduce.</a:t>
            </a:r>
          </a:p>
          <a:p>
            <a:pPr lvl="1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192" lvl="1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192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192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609" y="3474720"/>
            <a:ext cx="90173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Binary Output:-</a:t>
            </a:r>
          </a:p>
          <a:p>
            <a:r>
              <a:rPr lang="en-US" dirty="0" smtClean="0"/>
              <a:t>1.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SequenceFile Output Format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files are </a:t>
            </a: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Files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key-value pairs efficiently.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9915" y="4572000"/>
            <a:ext cx="8535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 SequenceFile As Binary Output Format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Map File Output Format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93402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770" y="671202"/>
            <a:ext cx="8598878" cy="5912479"/>
          </a:xfrm>
        </p:spPr>
        <p:txBody>
          <a:bodyPr>
            <a:normAutofit/>
          </a:bodyPr>
          <a:lstStyle/>
          <a:p>
            <a:pPr marL="393192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Outputs:-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It's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you want to produce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Formats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to separate data based on criteria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93192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Output (e.g., DB Output Format</a:t>
            </a: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):-</a:t>
            </a:r>
            <a:endParaRPr lang="en-US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jobs can write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Data Directly To Relational Databases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output formats like DB Output Format.</a:t>
            </a:r>
          </a:p>
          <a:p>
            <a:pPr marL="393192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Lazy Output:-</a:t>
            </a:r>
          </a:p>
          <a:p>
            <a:pPr marL="0" indent="0">
              <a:buFont typeface="Wingdings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 prefer that empty files not to be created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192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Output Formats:-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59226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67</TotalTime>
  <Words>793</Words>
  <Application>Microsoft Office PowerPoint</Application>
  <PresentationFormat>On-screen Show (4:3)</PresentationFormat>
  <Paragraphs>147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Unit-3   Part-3</vt:lpstr>
      <vt:lpstr>Map Reduce Types</vt:lpstr>
      <vt:lpstr>Slide 3</vt:lpstr>
      <vt:lpstr>Slide 4</vt:lpstr>
      <vt:lpstr>The Default Map Reduce Job</vt:lpstr>
      <vt:lpstr>Slide 6</vt:lpstr>
      <vt:lpstr>Map Reduce Types</vt:lpstr>
      <vt:lpstr>Slide 8</vt:lpstr>
      <vt:lpstr>Slide 9</vt:lpstr>
      <vt:lpstr>Slide 10</vt:lpstr>
      <vt:lpstr>Map Reduce</vt:lpstr>
      <vt:lpstr>Input Format Class Hierarchy</vt:lpstr>
      <vt:lpstr>Map Reduce - Input Formats</vt:lpstr>
      <vt:lpstr>Slide 14</vt:lpstr>
      <vt:lpstr>Slide 15</vt:lpstr>
      <vt:lpstr>Slide 16</vt:lpstr>
      <vt:lpstr>Slide 17</vt:lpstr>
      <vt:lpstr>Slide 18</vt:lpstr>
      <vt:lpstr>Output Format Class Hierarchy</vt:lpstr>
      <vt:lpstr>Map Reduce - Output formats</vt:lpstr>
      <vt:lpstr>Slide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  Part-3</dc:title>
  <dc:creator>Windows User</dc:creator>
  <cp:lastModifiedBy>Windows User</cp:lastModifiedBy>
  <cp:revision>16</cp:revision>
  <dcterms:created xsi:type="dcterms:W3CDTF">2023-10-17T12:44:21Z</dcterms:created>
  <dcterms:modified xsi:type="dcterms:W3CDTF">2023-10-30T16:34:21Z</dcterms:modified>
</cp:coreProperties>
</file>